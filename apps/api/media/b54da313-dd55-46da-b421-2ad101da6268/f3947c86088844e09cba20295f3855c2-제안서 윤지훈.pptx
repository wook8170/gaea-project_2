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9" r:id="rId1"/>
    <p:sldMasterId id="2147483714" r:id="rId2"/>
  </p:sldMasterIdLst>
  <p:notesMasterIdLst>
    <p:notesMasterId r:id="rId26"/>
  </p:notesMasterIdLst>
  <p:handoutMasterIdLst>
    <p:handoutMasterId r:id="rId27"/>
  </p:handoutMasterIdLst>
  <p:sldIdLst>
    <p:sldId id="369" r:id="rId3"/>
    <p:sldId id="365" r:id="rId4"/>
    <p:sldId id="398" r:id="rId5"/>
    <p:sldId id="399" r:id="rId6"/>
    <p:sldId id="408" r:id="rId7"/>
    <p:sldId id="366" r:id="rId8"/>
    <p:sldId id="400" r:id="rId9"/>
    <p:sldId id="401" r:id="rId10"/>
    <p:sldId id="402" r:id="rId11"/>
    <p:sldId id="404" r:id="rId12"/>
    <p:sldId id="403" r:id="rId13"/>
    <p:sldId id="409" r:id="rId14"/>
    <p:sldId id="406" r:id="rId15"/>
    <p:sldId id="393" r:id="rId16"/>
    <p:sldId id="394" r:id="rId17"/>
    <p:sldId id="397" r:id="rId18"/>
    <p:sldId id="395" r:id="rId19"/>
    <p:sldId id="385" r:id="rId20"/>
    <p:sldId id="386" r:id="rId21"/>
    <p:sldId id="410" r:id="rId22"/>
    <p:sldId id="387" r:id="rId23"/>
    <p:sldId id="389" r:id="rId24"/>
    <p:sldId id="411" r:id="rId25"/>
  </p:sldIdLst>
  <p:sldSz cx="6858000" cy="9906000" type="A4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7" pos="4110" userDrawn="1">
          <p15:clr>
            <a:srgbClr val="A4A3A4"/>
          </p15:clr>
        </p15:guide>
        <p15:guide id="28" pos="210" userDrawn="1">
          <p15:clr>
            <a:srgbClr val="A4A3A4"/>
          </p15:clr>
        </p15:guide>
        <p15:guide id="30" orient="horz" pos="58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31">
          <p15:clr>
            <a:srgbClr val="A4A3A4"/>
          </p15:clr>
        </p15:guide>
        <p15:guide id="4" pos="214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CDD5"/>
    <a:srgbClr val="E4EDF4"/>
    <a:srgbClr val="004C98"/>
    <a:srgbClr val="154194"/>
    <a:srgbClr val="0093D4"/>
    <a:srgbClr val="EB6100"/>
    <a:srgbClr val="004B98"/>
    <a:srgbClr val="3973AF"/>
    <a:srgbClr val="237BCB"/>
    <a:srgbClr val="CC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848" autoAdjust="0"/>
    <p:restoredTop sz="97536" autoAdjust="0"/>
  </p:normalViewPr>
  <p:slideViewPr>
    <p:cSldViewPr showGuides="1">
      <p:cViewPr>
        <p:scale>
          <a:sx n="200" d="100"/>
          <a:sy n="200" d="100"/>
        </p:scale>
        <p:origin x="2922" y="144"/>
      </p:cViewPr>
      <p:guideLst>
        <p:guide pos="4110"/>
        <p:guide pos="210"/>
        <p:guide orient="horz" pos="5887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howGuides="1">
      <p:cViewPr varScale="1">
        <p:scale>
          <a:sx n="115" d="100"/>
          <a:sy n="115" d="100"/>
        </p:scale>
        <p:origin x="5094" y="126"/>
      </p:cViewPr>
      <p:guideLst>
        <p:guide orient="horz" pos="2880"/>
        <p:guide pos="2160"/>
        <p:guide orient="horz" pos="3131"/>
        <p:guide pos="214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839" y="1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9C8B23-FB1B-46E8-9FE4-8471FA68918A}" type="datetimeFigureOut">
              <a:rPr lang="ko-KR" altLang="en-US" smtClean="0"/>
              <a:t>2025-03-11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839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C2694-8DDB-485E-9D78-E9B0620C7E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91626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DB52A1-8621-4D4B-80CE-65D9ED3ED73F}" type="datetimeFigureOut">
              <a:rPr lang="ko-KR" altLang="en-US" smtClean="0"/>
              <a:t>2025-03-11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43138" y="1243013"/>
            <a:ext cx="2320925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5125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F3C954-1B42-4C2B-9142-24DCF7E4D5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664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인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"/>
            <a:ext cx="6858000" cy="9902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8047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"/>
            <a:ext cx="6858000" cy="9902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9745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"/>
            <a:ext cx="6858000" cy="9902952"/>
          </a:xfrm>
          <a:prstGeom prst="rect">
            <a:avLst/>
          </a:prstGeom>
        </p:spPr>
      </p:pic>
      <p:sp>
        <p:nvSpPr>
          <p:cNvPr id="4" name="직사각형 3"/>
          <p:cNvSpPr/>
          <p:nvPr userDrawn="1"/>
        </p:nvSpPr>
        <p:spPr bwMode="gray">
          <a:xfrm>
            <a:off x="2941114" y="2517871"/>
            <a:ext cx="1006046" cy="863503"/>
          </a:xfrm>
          <a:prstGeom prst="rect">
            <a:avLst/>
          </a:prstGeom>
          <a:solidFill>
            <a:srgbClr val="004B98"/>
          </a:solidFill>
          <a:ln>
            <a:noFill/>
          </a:ln>
          <a:effectLst/>
        </p:spPr>
        <p:txBody>
          <a:bodyPr wrap="none"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1200">
              <a:ln>
                <a:solidFill>
                  <a:schemeClr val="bg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86592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I장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/>
          <p:cNvSpPr/>
          <p:nvPr userDrawn="1"/>
        </p:nvSpPr>
        <p:spPr>
          <a:xfrm>
            <a:off x="0" y="-1"/>
            <a:ext cx="6858000" cy="781051"/>
          </a:xfrm>
          <a:prstGeom prst="rect">
            <a:avLst/>
          </a:prstGeom>
          <a:solidFill>
            <a:srgbClr val="E4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noFill/>
              </a:ln>
            </a:endParaRPr>
          </a:p>
        </p:txBody>
      </p:sp>
      <p:sp>
        <p:nvSpPr>
          <p:cNvPr id="38" name="직사각형 37"/>
          <p:cNvSpPr/>
          <p:nvPr userDrawn="1"/>
        </p:nvSpPr>
        <p:spPr>
          <a:xfrm>
            <a:off x="167640" y="441399"/>
            <a:ext cx="6522720" cy="15592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noFill/>
              </a:ln>
            </a:endParaRP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330201" y="9455378"/>
            <a:ext cx="6197600" cy="83734"/>
            <a:chOff x="330201" y="9477603"/>
            <a:chExt cx="6197600" cy="83734"/>
          </a:xfrm>
        </p:grpSpPr>
        <p:grpSp>
          <p:nvGrpSpPr>
            <p:cNvPr id="23" name="그룹 22"/>
            <p:cNvGrpSpPr/>
            <p:nvPr userDrawn="1"/>
          </p:nvGrpSpPr>
          <p:grpSpPr>
            <a:xfrm>
              <a:off x="330201" y="9477603"/>
              <a:ext cx="2844000" cy="83734"/>
              <a:chOff x="366713" y="9477603"/>
              <a:chExt cx="2814021" cy="83734"/>
            </a:xfrm>
          </p:grpSpPr>
          <p:sp>
            <p:nvSpPr>
              <p:cNvPr id="24" name="Line 26"/>
              <p:cNvSpPr>
                <a:spLocks noChangeShapeType="1"/>
              </p:cNvSpPr>
              <p:nvPr/>
            </p:nvSpPr>
            <p:spPr bwMode="auto">
              <a:xfrm>
                <a:off x="366713" y="9520739"/>
                <a:ext cx="2812256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25" name="Line 27"/>
              <p:cNvSpPr>
                <a:spLocks noChangeShapeType="1"/>
              </p:cNvSpPr>
              <p:nvPr/>
            </p:nvSpPr>
            <p:spPr bwMode="auto">
              <a:xfrm>
                <a:off x="3180734" y="9477603"/>
                <a:ext cx="0" cy="83734"/>
              </a:xfrm>
              <a:prstGeom prst="line">
                <a:avLst/>
              </a:prstGeom>
              <a:noFill/>
              <a:ln w="127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26" name="그룹 25"/>
            <p:cNvGrpSpPr/>
            <p:nvPr userDrawn="1"/>
          </p:nvGrpSpPr>
          <p:grpSpPr>
            <a:xfrm flipH="1">
              <a:off x="3683801" y="9477603"/>
              <a:ext cx="2844000" cy="83734"/>
              <a:chOff x="366713" y="9477603"/>
              <a:chExt cx="2814021" cy="83734"/>
            </a:xfrm>
          </p:grpSpPr>
          <p:sp>
            <p:nvSpPr>
              <p:cNvPr id="27" name="Line 26"/>
              <p:cNvSpPr>
                <a:spLocks noChangeShapeType="1"/>
              </p:cNvSpPr>
              <p:nvPr/>
            </p:nvSpPr>
            <p:spPr bwMode="auto">
              <a:xfrm>
                <a:off x="366713" y="9520739"/>
                <a:ext cx="2812256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28" name="Line 27"/>
              <p:cNvSpPr>
                <a:spLocks noChangeShapeType="1"/>
              </p:cNvSpPr>
              <p:nvPr/>
            </p:nvSpPr>
            <p:spPr bwMode="auto">
              <a:xfrm>
                <a:off x="3180734" y="9477603"/>
                <a:ext cx="0" cy="83734"/>
              </a:xfrm>
              <a:prstGeom prst="line">
                <a:avLst/>
              </a:prstGeom>
              <a:noFill/>
              <a:ln w="127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</p:grpSp>
      <p:sp>
        <p:nvSpPr>
          <p:cNvPr id="237" name="Rectangle 24"/>
          <p:cNvSpPr>
            <a:spLocks noChangeArrowheads="1"/>
          </p:cNvSpPr>
          <p:nvPr userDrawn="1"/>
        </p:nvSpPr>
        <p:spPr bwMode="auto">
          <a:xfrm>
            <a:off x="3161195" y="9442678"/>
            <a:ext cx="53768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algn="ctr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b="0" kern="1200" spc="-30" baseline="0" dirty="0" smtClean="0">
                <a:ln>
                  <a:noFill/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I - </a:t>
            </a:r>
            <a:fld id="{FE5B6C78-2B77-4BFC-88E3-F5948F31982E}" type="slidenum">
              <a:rPr kumimoji="1" lang="en-US" altLang="ko-KR" sz="800" b="0" kern="1200" spc="-30" baseline="0" smtClean="0">
                <a:ln>
                  <a:noFill/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pPr marL="0" algn="ctr" defTabSz="914400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 sz="800" b="0" kern="1200" spc="-30" baseline="0" dirty="0" smtClean="0">
              <a:ln>
                <a:noFill/>
              </a:ln>
              <a:solidFill>
                <a:srgbClr val="5F5F5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+mn-cs"/>
            </a:endParaRPr>
          </a:p>
        </p:txBody>
      </p:sp>
      <p:grpSp>
        <p:nvGrpSpPr>
          <p:cNvPr id="2" name="그룹 1"/>
          <p:cNvGrpSpPr/>
          <p:nvPr userDrawn="1"/>
        </p:nvGrpSpPr>
        <p:grpSpPr>
          <a:xfrm>
            <a:off x="330200" y="9588446"/>
            <a:ext cx="6206305" cy="207211"/>
            <a:chOff x="330200" y="9588446"/>
            <a:chExt cx="6206305" cy="207211"/>
          </a:xfrm>
        </p:grpSpPr>
        <p:pic>
          <p:nvPicPr>
            <p:cNvPr id="39" name="그림 38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30200" y="9588446"/>
              <a:ext cx="558801" cy="189133"/>
            </a:xfrm>
            <a:prstGeom prst="rect">
              <a:avLst/>
            </a:prstGeom>
          </p:spPr>
        </p:pic>
        <p:sp>
          <p:nvSpPr>
            <p:cNvPr id="21" name="Text Box 9"/>
            <p:cNvSpPr txBox="1">
              <a:spLocks noChangeArrowheads="1"/>
            </p:cNvSpPr>
            <p:nvPr userDrawn="1"/>
          </p:nvSpPr>
          <p:spPr bwMode="auto">
            <a:xfrm>
              <a:off x="3520061" y="9655363"/>
              <a:ext cx="3016444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>
              <a:defPPr>
                <a:defRPr lang="ko-KR"/>
              </a:defPPr>
              <a:lvl1pPr marL="0" algn="r" defTabSz="957474" eaLnBrk="0" hangingPunct="0">
                <a:defRPr sz="7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defRPr>
              </a:lvl1pPr>
              <a:lvl2pPr marL="457028" defTabSz="914057" eaLnBrk="1" hangingPunct="1">
                <a:defRPr sz="1800">
                  <a:latin typeface="+mn-lt"/>
                  <a:ea typeface="+mn-ea"/>
                </a:defRPr>
              </a:lvl2pPr>
              <a:lvl3pPr marL="914057" defTabSz="914057" eaLnBrk="1" hangingPunct="1">
                <a:defRPr sz="1800">
                  <a:latin typeface="+mn-lt"/>
                  <a:ea typeface="+mn-ea"/>
                </a:defRPr>
              </a:lvl3pPr>
              <a:lvl4pPr marL="1371084" defTabSz="914057" eaLnBrk="1" hangingPunct="1">
                <a:defRPr sz="1800">
                  <a:latin typeface="+mn-lt"/>
                  <a:ea typeface="+mn-ea"/>
                </a:defRPr>
              </a:lvl4pPr>
              <a:lvl5pPr marL="1828109" defTabSz="914057" eaLnBrk="1" hangingPunct="1">
                <a:defRPr sz="1800">
                  <a:latin typeface="+mn-lt"/>
                  <a:ea typeface="+mn-ea"/>
                </a:defRPr>
              </a:lvl5pPr>
              <a:lvl6pPr marL="2285133" defTabSz="914057">
                <a:defRPr sz="1800">
                  <a:latin typeface="+mn-lt"/>
                  <a:ea typeface="+mn-ea"/>
                </a:defRPr>
              </a:lvl6pPr>
              <a:lvl7pPr marL="2742172" defTabSz="914057">
                <a:defRPr sz="1800">
                  <a:latin typeface="+mn-lt"/>
                  <a:ea typeface="+mn-ea"/>
                </a:defRPr>
              </a:lvl7pPr>
              <a:lvl8pPr marL="3199191" defTabSz="914057">
                <a:defRPr sz="1800">
                  <a:latin typeface="+mn-lt"/>
                  <a:ea typeface="+mn-ea"/>
                </a:defRPr>
              </a:lvl8pPr>
              <a:lvl9pPr marL="3656218" defTabSz="914057">
                <a:defRPr sz="1800">
                  <a:latin typeface="+mn-lt"/>
                  <a:ea typeface="+mn-ea"/>
                </a:defRPr>
              </a:lvl9pPr>
            </a:lstStyle>
            <a:p>
              <a:pPr lvl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dirty="0" smtClean="0">
                  <a:ln>
                    <a:noFill/>
                  </a:ln>
                </a:rPr>
                <a:t>Copyright 2025. Samsung SDS Co., Ltd. All rights reserved.  |  Confidential</a:t>
              </a:r>
            </a:p>
          </p:txBody>
        </p:sp>
        <p:sp>
          <p:nvSpPr>
            <p:cNvPr id="242" name="Rectangle 4"/>
            <p:cNvSpPr>
              <a:spLocks noChangeArrowheads="1"/>
            </p:cNvSpPr>
            <p:nvPr userDrawn="1"/>
          </p:nvSpPr>
          <p:spPr bwMode="auto">
            <a:xfrm>
              <a:off x="947888" y="9595602"/>
              <a:ext cx="2481111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4E5F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BBD6F3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>
              <a:spAutoFit/>
            </a:bodyPr>
            <a:lstStyle/>
            <a:p>
              <a:pPr marL="217488" indent="-217488" algn="l" defTabSz="914400" rtl="0" eaLnBrk="1" latinLnBrk="0" hangingPunct="1"/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공공안녕 위험 예방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대응 강화를 위한 </a:t>
              </a:r>
              <a:endParaRPr lang="en-US" altLang="ko-KR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endParaRPr>
            </a:p>
            <a:p>
              <a:pPr marL="217488" indent="-217488" algn="l" defTabSz="914400" rtl="0" eaLnBrk="1" latinLnBrk="0" hangingPunct="1"/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인공지능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err="1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빅데이터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 기반 치안정보 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『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과학적 분석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예측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관리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』 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디지털 플랫폼 구축</a:t>
              </a:r>
            </a:p>
          </p:txBody>
        </p:sp>
      </p:grpSp>
      <p:grpSp>
        <p:nvGrpSpPr>
          <p:cNvPr id="3" name="그룹 2"/>
          <p:cNvGrpSpPr/>
          <p:nvPr userDrawn="1"/>
        </p:nvGrpSpPr>
        <p:grpSpPr>
          <a:xfrm>
            <a:off x="4263144" y="160337"/>
            <a:ext cx="2445396" cy="196926"/>
            <a:chOff x="4149080" y="160337"/>
            <a:chExt cx="2445396" cy="196926"/>
          </a:xfrm>
        </p:grpSpPr>
        <p:grpSp>
          <p:nvGrpSpPr>
            <p:cNvPr id="40" name="그룹 39"/>
            <p:cNvGrpSpPr/>
            <p:nvPr userDrawn="1"/>
          </p:nvGrpSpPr>
          <p:grpSpPr>
            <a:xfrm>
              <a:off x="6077534" y="160337"/>
              <a:ext cx="196926" cy="196926"/>
              <a:chOff x="6055184" y="668524"/>
              <a:chExt cx="196926" cy="196926"/>
            </a:xfrm>
          </p:grpSpPr>
          <p:sp>
            <p:nvSpPr>
              <p:cNvPr id="63" name="타원 62"/>
              <p:cNvSpPr/>
              <p:nvPr/>
            </p:nvSpPr>
            <p:spPr bwMode="gray">
              <a:xfrm>
                <a:off x="6055184" y="668524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6087468" y="697737"/>
                <a:ext cx="141882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marR="0" lvl="0" indent="0" algn="ctr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100" b="0" spc="-1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r>
                  <a:rPr lang="en-US" altLang="ko-KR" sz="900" spc="0" dirty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VI</a:t>
                </a:r>
                <a:endParaRPr lang="ko-KR" altLang="en-US" sz="900" spc="0" dirty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41" name="그룹 40"/>
            <p:cNvGrpSpPr/>
            <p:nvPr userDrawn="1"/>
          </p:nvGrpSpPr>
          <p:grpSpPr>
            <a:xfrm>
              <a:off x="5540958" y="160337"/>
              <a:ext cx="196926" cy="196926"/>
              <a:chOff x="5518608" y="668524"/>
              <a:chExt cx="196926" cy="196926"/>
            </a:xfrm>
          </p:grpSpPr>
          <p:sp>
            <p:nvSpPr>
              <p:cNvPr id="61" name="타원 60"/>
              <p:cNvSpPr/>
              <p:nvPr/>
            </p:nvSpPr>
            <p:spPr bwMode="gray">
              <a:xfrm>
                <a:off x="5518608" y="668524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5544352" y="697737"/>
                <a:ext cx="14543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marR="0" lvl="0" indent="0" algn="ctr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050" b="0" spc="-1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>
                        <a:lumMod val="95000"/>
                      </a:schemeClr>
                    </a:solidFill>
                    <a:latin typeface="Times New Roman" panose="02020603050405020304" pitchFamily="18" charset="0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>
                  <a:defRPr/>
                </a:pPr>
                <a:r>
                  <a:rPr lang="en-US" altLang="ko-KR" sz="900" spc="0" dirty="0" smtClean="0">
                    <a:ln>
                      <a:noFill/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IV</a:t>
                </a:r>
                <a:endParaRPr lang="ko-KR" altLang="en-US" sz="900" spc="0" dirty="0">
                  <a:ln>
                    <a:noFill/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42" name="그룹 41"/>
            <p:cNvGrpSpPr/>
            <p:nvPr userDrawn="1"/>
          </p:nvGrpSpPr>
          <p:grpSpPr>
            <a:xfrm>
              <a:off x="5809246" y="160337"/>
              <a:ext cx="196926" cy="196926"/>
              <a:chOff x="5786896" y="668524"/>
              <a:chExt cx="196926" cy="196926"/>
            </a:xfrm>
          </p:grpSpPr>
          <p:sp>
            <p:nvSpPr>
              <p:cNvPr id="59" name="타원 58"/>
              <p:cNvSpPr/>
              <p:nvPr/>
            </p:nvSpPr>
            <p:spPr bwMode="gray">
              <a:xfrm>
                <a:off x="5786896" y="668524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5816609" y="697737"/>
                <a:ext cx="13750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lvl="0" algn="ctr">
                  <a:defRPr sz="1200" b="0" spc="-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 lvl="0" latinLnBrk="0"/>
                <a:r>
                  <a:rPr kumimoji="1" lang="en-US" altLang="ko-KR" sz="900" spc="0" dirty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Ⅴ</a:t>
                </a:r>
                <a:endParaRPr kumimoji="1" lang="ko-KR" altLang="en-US" sz="900" spc="0" dirty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44" name="그룹 43"/>
            <p:cNvGrpSpPr/>
            <p:nvPr userDrawn="1"/>
          </p:nvGrpSpPr>
          <p:grpSpPr>
            <a:xfrm>
              <a:off x="5268443" y="160337"/>
              <a:ext cx="196926" cy="196926"/>
              <a:chOff x="5246093" y="668524"/>
              <a:chExt cx="196926" cy="196926"/>
            </a:xfrm>
          </p:grpSpPr>
          <p:sp>
            <p:nvSpPr>
              <p:cNvPr id="55" name="타원 54"/>
              <p:cNvSpPr/>
              <p:nvPr/>
            </p:nvSpPr>
            <p:spPr bwMode="gray">
              <a:xfrm>
                <a:off x="5246093" y="668524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5286375" y="697737"/>
                <a:ext cx="12693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marR="0" lvl="0" indent="0" algn="ctr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100" b="0" spc="-1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 lvl="0">
                  <a:defRPr/>
                </a:pPr>
                <a:r>
                  <a:rPr lang="en-US" altLang="ko-KR" sz="900" spc="0" dirty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III</a:t>
                </a:r>
                <a:endParaRPr lang="ko-KR" altLang="en-US" sz="900" spc="0" dirty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45" name="그룹 44"/>
            <p:cNvGrpSpPr/>
            <p:nvPr userDrawn="1"/>
          </p:nvGrpSpPr>
          <p:grpSpPr>
            <a:xfrm>
              <a:off x="5000155" y="160337"/>
              <a:ext cx="196926" cy="196926"/>
              <a:chOff x="4977805" y="668524"/>
              <a:chExt cx="196926" cy="196926"/>
            </a:xfrm>
          </p:grpSpPr>
          <p:sp>
            <p:nvSpPr>
              <p:cNvPr id="53" name="타원 52"/>
              <p:cNvSpPr/>
              <p:nvPr/>
            </p:nvSpPr>
            <p:spPr bwMode="gray">
              <a:xfrm>
                <a:off x="4977805" y="668524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5007518" y="697737"/>
                <a:ext cx="13750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lvl="0" algn="ctr">
                  <a:defRPr sz="1200" b="0" spc="-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900" b="0" kern="1200" spc="0" baseline="0" dirty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II</a:t>
                </a:r>
                <a:endParaRPr kumimoji="1" lang="ko-KR" altLang="en-US" sz="900" b="0" kern="1200" spc="0" baseline="0" dirty="0" smtClean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6" name="그룹 45"/>
            <p:cNvGrpSpPr/>
            <p:nvPr userDrawn="1"/>
          </p:nvGrpSpPr>
          <p:grpSpPr>
            <a:xfrm>
              <a:off x="4149080" y="160337"/>
              <a:ext cx="805113" cy="196926"/>
              <a:chOff x="3912592" y="1079157"/>
              <a:chExt cx="805113" cy="196926"/>
            </a:xfrm>
          </p:grpSpPr>
          <p:grpSp>
            <p:nvGrpSpPr>
              <p:cNvPr id="47" name="그룹 46"/>
              <p:cNvGrpSpPr/>
              <p:nvPr/>
            </p:nvGrpSpPr>
            <p:grpSpPr>
              <a:xfrm>
                <a:off x="3912592" y="1079157"/>
                <a:ext cx="196926" cy="196926"/>
                <a:chOff x="4709517" y="668524"/>
                <a:chExt cx="196926" cy="196926"/>
              </a:xfrm>
            </p:grpSpPr>
            <p:sp>
              <p:nvSpPr>
                <p:cNvPr id="51" name="타원 50"/>
                <p:cNvSpPr/>
                <p:nvPr/>
              </p:nvSpPr>
              <p:spPr bwMode="gray">
                <a:xfrm>
                  <a:off x="4709517" y="668524"/>
                  <a:ext cx="196926" cy="196926"/>
                </a:xfrm>
                <a:prstGeom prst="ellipse">
                  <a:avLst/>
                </a:prstGeom>
                <a:solidFill>
                  <a:srgbClr val="004B98"/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/>
                <a:p>
                  <a:pPr lvl="0" algn="ctr" fontAlgn="base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ko-KR" altLang="en-US" sz="1200" dirty="0">
                    <a:ln>
                      <a:noFill/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  <p:sp>
              <p:nvSpPr>
                <p:cNvPr id="52" name="TextBox 51"/>
                <p:cNvSpPr txBox="1"/>
                <p:nvPr/>
              </p:nvSpPr>
              <p:spPr>
                <a:xfrm>
                  <a:off x="4735261" y="697737"/>
                  <a:ext cx="145438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ko-KR"/>
                  </a:defPPr>
                  <a:lvl1pPr marR="0" lvl="0" indent="0" algn="ctr" fontAlgn="auto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1" sz="1050" b="0" spc="-150" baseline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chemeClr val="bg1">
                          <a:lumMod val="95000"/>
                        </a:schemeClr>
                      </a:solidFill>
                      <a:latin typeface="Times New Roman" panose="02020603050405020304" pitchFamily="18" charset="0"/>
                      <a:ea typeface="KoPub돋움체 Bold" panose="02020603020101020101" pitchFamily="18" charset="-127"/>
                      <a:cs typeface="Times New Roman" panose="02020603050405020304" pitchFamily="18" charset="0"/>
                    </a:defRPr>
                  </a:lvl1pPr>
                </a:lstStyle>
                <a:p>
                  <a:pPr lvl="0"/>
                  <a:r>
                    <a:rPr lang="en-US" altLang="ko-KR" sz="900" spc="0" baseline="0" dirty="0" smtClean="0">
                      <a:ln>
                        <a:noFill/>
                      </a:ln>
                      <a:solidFill>
                        <a:schemeClr val="bg1"/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rPr>
                    <a:t>I</a:t>
                  </a:r>
                  <a:endParaRPr lang="ko-KR" altLang="en-US" sz="900" spc="0" baseline="0" dirty="0" smtClean="0">
                    <a:ln>
                      <a:noFill/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</p:grpSp>
          <p:grpSp>
            <p:nvGrpSpPr>
              <p:cNvPr id="48" name="그룹 47"/>
              <p:cNvGrpSpPr/>
              <p:nvPr/>
            </p:nvGrpSpPr>
            <p:grpSpPr>
              <a:xfrm>
                <a:off x="4094077" y="1092982"/>
                <a:ext cx="623628" cy="169277"/>
                <a:chOff x="4094077" y="1092982"/>
                <a:chExt cx="623628" cy="169277"/>
              </a:xfrm>
            </p:grpSpPr>
            <p:sp>
              <p:nvSpPr>
                <p:cNvPr id="49" name="Rectangle 19"/>
                <p:cNvSpPr>
                  <a:spLocks noChangeArrowheads="1"/>
                </p:cNvSpPr>
                <p:nvPr/>
              </p:nvSpPr>
              <p:spPr bwMode="gray">
                <a:xfrm>
                  <a:off x="4216710" y="1092982"/>
                  <a:ext cx="500995" cy="1692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DCDCD">
                          <a:alpha val="50195"/>
                        </a:srgb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969696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7200" bIns="0" anchor="ctr">
                  <a:spAutoFit/>
                </a:bodyPr>
                <a:lstStyle/>
                <a:p>
                  <a:pPr fontAlgn="ctr" latinLnBrk="0">
                    <a:spcBef>
                      <a:spcPct val="0"/>
                    </a:spcBef>
                    <a:spcAft>
                      <a:spcPct val="0"/>
                    </a:spcAft>
                    <a:buFont typeface="Symbol" pitchFamily="18" charset="2"/>
                    <a:buNone/>
                  </a:pPr>
                  <a:r>
                    <a:rPr kumimoji="1" lang="ko-KR" altLang="en-US" sz="110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rPr>
                    <a:t>일반현황</a:t>
                  </a:r>
                </a:p>
              </p:txBody>
            </p:sp>
            <p:cxnSp>
              <p:nvCxnSpPr>
                <p:cNvPr id="50" name="직선 연결선 49"/>
                <p:cNvCxnSpPr/>
                <p:nvPr/>
              </p:nvCxnSpPr>
              <p:spPr>
                <a:xfrm>
                  <a:off x="4094077" y="1177620"/>
                  <a:ext cx="92729" cy="0"/>
                </a:xfrm>
                <a:prstGeom prst="line">
                  <a:avLst/>
                </a:prstGeom>
                <a:ln w="12700">
                  <a:solidFill>
                    <a:srgbClr val="004B98"/>
                  </a:solidFill>
                  <a:headEnd type="non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3" name="그룹 42"/>
            <p:cNvGrpSpPr/>
            <p:nvPr userDrawn="1"/>
          </p:nvGrpSpPr>
          <p:grpSpPr>
            <a:xfrm>
              <a:off x="6284568" y="160337"/>
              <a:ext cx="309908" cy="196926"/>
              <a:chOff x="6003455" y="668524"/>
              <a:chExt cx="309908" cy="196926"/>
            </a:xfrm>
          </p:grpSpPr>
          <p:sp>
            <p:nvSpPr>
              <p:cNvPr id="57" name="타원 56"/>
              <p:cNvSpPr/>
              <p:nvPr/>
            </p:nvSpPr>
            <p:spPr bwMode="gray">
              <a:xfrm>
                <a:off x="6055184" y="668524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6003455" y="697737"/>
                <a:ext cx="30990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marR="0" lvl="0" indent="0" algn="ctr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100" b="0" spc="-1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900" spc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VII</a:t>
                </a:r>
                <a:endParaRPr lang="ko-KR" altLang="en-US" sz="900" spc="0" dirty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733854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II장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직사각형 57"/>
          <p:cNvSpPr/>
          <p:nvPr userDrawn="1"/>
        </p:nvSpPr>
        <p:spPr>
          <a:xfrm>
            <a:off x="0" y="-1"/>
            <a:ext cx="6858000" cy="781051"/>
          </a:xfrm>
          <a:prstGeom prst="rect">
            <a:avLst/>
          </a:prstGeom>
          <a:solidFill>
            <a:srgbClr val="E4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ln>
                <a:noFill/>
              </a:ln>
            </a:endParaRPr>
          </a:p>
        </p:txBody>
      </p:sp>
      <p:sp>
        <p:nvSpPr>
          <p:cNvPr id="59" name="직사각형 58"/>
          <p:cNvSpPr/>
          <p:nvPr userDrawn="1"/>
        </p:nvSpPr>
        <p:spPr>
          <a:xfrm>
            <a:off x="167640" y="441399"/>
            <a:ext cx="6522720" cy="15592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noFill/>
              </a:ln>
            </a:endParaRPr>
          </a:p>
        </p:txBody>
      </p:sp>
      <p:grpSp>
        <p:nvGrpSpPr>
          <p:cNvPr id="52" name="그룹 51"/>
          <p:cNvGrpSpPr/>
          <p:nvPr userDrawn="1"/>
        </p:nvGrpSpPr>
        <p:grpSpPr>
          <a:xfrm>
            <a:off x="330201" y="9455378"/>
            <a:ext cx="6197600" cy="83734"/>
            <a:chOff x="330201" y="9477603"/>
            <a:chExt cx="6197600" cy="83734"/>
          </a:xfrm>
        </p:grpSpPr>
        <p:grpSp>
          <p:nvGrpSpPr>
            <p:cNvPr id="53" name="그룹 52"/>
            <p:cNvGrpSpPr/>
            <p:nvPr userDrawn="1"/>
          </p:nvGrpSpPr>
          <p:grpSpPr>
            <a:xfrm>
              <a:off x="330201" y="9477603"/>
              <a:ext cx="2844000" cy="83734"/>
              <a:chOff x="366713" y="9477603"/>
              <a:chExt cx="2814021" cy="83734"/>
            </a:xfrm>
          </p:grpSpPr>
          <p:sp>
            <p:nvSpPr>
              <p:cNvPr id="63" name="Line 26"/>
              <p:cNvSpPr>
                <a:spLocks noChangeShapeType="1"/>
              </p:cNvSpPr>
              <p:nvPr/>
            </p:nvSpPr>
            <p:spPr bwMode="auto">
              <a:xfrm>
                <a:off x="366713" y="9520739"/>
                <a:ext cx="2812256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64" name="Line 27"/>
              <p:cNvSpPr>
                <a:spLocks noChangeShapeType="1"/>
              </p:cNvSpPr>
              <p:nvPr/>
            </p:nvSpPr>
            <p:spPr bwMode="auto">
              <a:xfrm>
                <a:off x="3180734" y="9477603"/>
                <a:ext cx="0" cy="83734"/>
              </a:xfrm>
              <a:prstGeom prst="line">
                <a:avLst/>
              </a:prstGeom>
              <a:noFill/>
              <a:ln w="127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60" name="그룹 59"/>
            <p:cNvGrpSpPr/>
            <p:nvPr userDrawn="1"/>
          </p:nvGrpSpPr>
          <p:grpSpPr>
            <a:xfrm flipH="1">
              <a:off x="3683801" y="9477603"/>
              <a:ext cx="2844000" cy="83734"/>
              <a:chOff x="366713" y="9477603"/>
              <a:chExt cx="2814021" cy="83734"/>
            </a:xfrm>
          </p:grpSpPr>
          <p:sp>
            <p:nvSpPr>
              <p:cNvPr id="61" name="Line 26"/>
              <p:cNvSpPr>
                <a:spLocks noChangeShapeType="1"/>
              </p:cNvSpPr>
              <p:nvPr/>
            </p:nvSpPr>
            <p:spPr bwMode="auto">
              <a:xfrm>
                <a:off x="366713" y="9520739"/>
                <a:ext cx="2812256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62" name="Line 27"/>
              <p:cNvSpPr>
                <a:spLocks noChangeShapeType="1"/>
              </p:cNvSpPr>
              <p:nvPr/>
            </p:nvSpPr>
            <p:spPr bwMode="auto">
              <a:xfrm>
                <a:off x="3180734" y="9477603"/>
                <a:ext cx="0" cy="83734"/>
              </a:xfrm>
              <a:prstGeom prst="line">
                <a:avLst/>
              </a:prstGeom>
              <a:noFill/>
              <a:ln w="127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</p:grpSp>
      <p:sp>
        <p:nvSpPr>
          <p:cNvPr id="65" name="Rectangle 24"/>
          <p:cNvSpPr>
            <a:spLocks noChangeArrowheads="1"/>
          </p:cNvSpPr>
          <p:nvPr userDrawn="1"/>
        </p:nvSpPr>
        <p:spPr bwMode="auto">
          <a:xfrm>
            <a:off x="3161195" y="9442678"/>
            <a:ext cx="53768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algn="ctr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b="0" kern="1200" spc="-30" baseline="0" dirty="0" smtClean="0">
                <a:ln>
                  <a:noFill/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II - </a:t>
            </a:r>
            <a:fld id="{FE5B6C78-2B77-4BFC-88E3-F5948F31982E}" type="slidenum">
              <a:rPr kumimoji="1" lang="en-US" altLang="ko-KR" sz="800" b="0" kern="1200" spc="-30" baseline="0" smtClean="0">
                <a:ln>
                  <a:noFill/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pPr marL="0" algn="ctr" defTabSz="914400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 sz="800" b="0" kern="1200" spc="-30" baseline="0" dirty="0" smtClean="0">
              <a:ln>
                <a:noFill/>
              </a:ln>
              <a:solidFill>
                <a:srgbClr val="5F5F5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+mn-cs"/>
            </a:endParaRPr>
          </a:p>
        </p:txBody>
      </p:sp>
      <p:grpSp>
        <p:nvGrpSpPr>
          <p:cNvPr id="40" name="그룹 39"/>
          <p:cNvGrpSpPr/>
          <p:nvPr userDrawn="1"/>
        </p:nvGrpSpPr>
        <p:grpSpPr>
          <a:xfrm>
            <a:off x="330200" y="9588446"/>
            <a:ext cx="6206305" cy="207211"/>
            <a:chOff x="330200" y="9588446"/>
            <a:chExt cx="6206305" cy="207211"/>
          </a:xfrm>
        </p:grpSpPr>
        <p:pic>
          <p:nvPicPr>
            <p:cNvPr id="41" name="그림 40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30200" y="9588446"/>
              <a:ext cx="558801" cy="189133"/>
            </a:xfrm>
            <a:prstGeom prst="rect">
              <a:avLst/>
            </a:prstGeom>
          </p:spPr>
        </p:pic>
        <p:sp>
          <p:nvSpPr>
            <p:cNvPr id="42" name="Text Box 9"/>
            <p:cNvSpPr txBox="1">
              <a:spLocks noChangeArrowheads="1"/>
            </p:cNvSpPr>
            <p:nvPr userDrawn="1"/>
          </p:nvSpPr>
          <p:spPr bwMode="auto">
            <a:xfrm>
              <a:off x="3520061" y="9655363"/>
              <a:ext cx="3016444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>
              <a:defPPr>
                <a:defRPr lang="ko-KR"/>
              </a:defPPr>
              <a:lvl1pPr marL="0" algn="r" defTabSz="957474" eaLnBrk="0" hangingPunct="0">
                <a:defRPr sz="7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defRPr>
              </a:lvl1pPr>
              <a:lvl2pPr marL="457028" defTabSz="914057" eaLnBrk="1" hangingPunct="1">
                <a:defRPr sz="1800">
                  <a:latin typeface="+mn-lt"/>
                  <a:ea typeface="+mn-ea"/>
                </a:defRPr>
              </a:lvl2pPr>
              <a:lvl3pPr marL="914057" defTabSz="914057" eaLnBrk="1" hangingPunct="1">
                <a:defRPr sz="1800">
                  <a:latin typeface="+mn-lt"/>
                  <a:ea typeface="+mn-ea"/>
                </a:defRPr>
              </a:lvl3pPr>
              <a:lvl4pPr marL="1371084" defTabSz="914057" eaLnBrk="1" hangingPunct="1">
                <a:defRPr sz="1800">
                  <a:latin typeface="+mn-lt"/>
                  <a:ea typeface="+mn-ea"/>
                </a:defRPr>
              </a:lvl4pPr>
              <a:lvl5pPr marL="1828109" defTabSz="914057" eaLnBrk="1" hangingPunct="1">
                <a:defRPr sz="1800">
                  <a:latin typeface="+mn-lt"/>
                  <a:ea typeface="+mn-ea"/>
                </a:defRPr>
              </a:lvl5pPr>
              <a:lvl6pPr marL="2285133" defTabSz="914057">
                <a:defRPr sz="1800">
                  <a:latin typeface="+mn-lt"/>
                  <a:ea typeface="+mn-ea"/>
                </a:defRPr>
              </a:lvl6pPr>
              <a:lvl7pPr marL="2742172" defTabSz="914057">
                <a:defRPr sz="1800">
                  <a:latin typeface="+mn-lt"/>
                  <a:ea typeface="+mn-ea"/>
                </a:defRPr>
              </a:lvl7pPr>
              <a:lvl8pPr marL="3199191" defTabSz="914057">
                <a:defRPr sz="1800">
                  <a:latin typeface="+mn-lt"/>
                  <a:ea typeface="+mn-ea"/>
                </a:defRPr>
              </a:lvl8pPr>
              <a:lvl9pPr marL="3656218" defTabSz="914057">
                <a:defRPr sz="1800">
                  <a:latin typeface="+mn-lt"/>
                  <a:ea typeface="+mn-ea"/>
                </a:defRPr>
              </a:lvl9pPr>
            </a:lstStyle>
            <a:p>
              <a:pPr lvl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dirty="0" smtClean="0">
                  <a:ln>
                    <a:noFill/>
                  </a:ln>
                </a:rPr>
                <a:t>Copyright 2025. Samsung SDS Co., Ltd. All rights reserved.  |  Confidential</a:t>
              </a:r>
            </a:p>
          </p:txBody>
        </p:sp>
        <p:sp>
          <p:nvSpPr>
            <p:cNvPr id="43" name="Rectangle 4"/>
            <p:cNvSpPr>
              <a:spLocks noChangeArrowheads="1"/>
            </p:cNvSpPr>
            <p:nvPr userDrawn="1"/>
          </p:nvSpPr>
          <p:spPr bwMode="auto">
            <a:xfrm>
              <a:off x="947888" y="9595602"/>
              <a:ext cx="2481111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4E5F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BBD6F3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>
              <a:spAutoFit/>
            </a:bodyPr>
            <a:lstStyle/>
            <a:p>
              <a:pPr marL="217488" indent="-217488" algn="l" defTabSz="914400" rtl="0" eaLnBrk="1" latinLnBrk="0" hangingPunct="1"/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공공안녕 위험 예방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대응 강화를 위한 </a:t>
              </a:r>
              <a:endParaRPr lang="en-US" altLang="ko-KR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endParaRPr>
            </a:p>
            <a:p>
              <a:pPr marL="217488" indent="-217488" algn="l" defTabSz="914400" rtl="0" eaLnBrk="1" latinLnBrk="0" hangingPunct="1"/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인공지능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err="1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빅데이터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 기반 치안정보 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『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과학적 분석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예측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관리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』 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디지털 플랫폼 구축</a:t>
              </a:r>
            </a:p>
          </p:txBody>
        </p:sp>
      </p:grpSp>
      <p:grpSp>
        <p:nvGrpSpPr>
          <p:cNvPr id="2" name="그룹 1"/>
          <p:cNvGrpSpPr/>
          <p:nvPr userDrawn="1"/>
        </p:nvGrpSpPr>
        <p:grpSpPr>
          <a:xfrm>
            <a:off x="3933263" y="160337"/>
            <a:ext cx="2775277" cy="196926"/>
            <a:chOff x="3933263" y="160337"/>
            <a:chExt cx="2775277" cy="196926"/>
          </a:xfrm>
        </p:grpSpPr>
        <p:grpSp>
          <p:nvGrpSpPr>
            <p:cNvPr id="46" name="그룹 45"/>
            <p:cNvGrpSpPr/>
            <p:nvPr userDrawn="1"/>
          </p:nvGrpSpPr>
          <p:grpSpPr>
            <a:xfrm>
              <a:off x="6191598" y="160337"/>
              <a:ext cx="196926" cy="196926"/>
              <a:chOff x="6055184" y="668524"/>
              <a:chExt cx="196926" cy="196926"/>
            </a:xfrm>
          </p:grpSpPr>
          <p:sp>
            <p:nvSpPr>
              <p:cNvPr id="82" name="타원 81"/>
              <p:cNvSpPr/>
              <p:nvPr/>
            </p:nvSpPr>
            <p:spPr bwMode="gray">
              <a:xfrm>
                <a:off x="6055184" y="668524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6087468" y="697737"/>
                <a:ext cx="141882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marR="0" lvl="0" indent="0" algn="ctr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100" b="0" spc="-1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r>
                  <a:rPr lang="en-US" altLang="ko-KR" sz="900" spc="0" dirty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VI</a:t>
                </a:r>
                <a:endParaRPr lang="ko-KR" altLang="en-US" sz="900" spc="0" dirty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48" name="그룹 47"/>
            <p:cNvGrpSpPr/>
            <p:nvPr userDrawn="1"/>
          </p:nvGrpSpPr>
          <p:grpSpPr>
            <a:xfrm>
              <a:off x="5655022" y="160337"/>
              <a:ext cx="196926" cy="196926"/>
              <a:chOff x="5518608" y="668524"/>
              <a:chExt cx="196926" cy="196926"/>
            </a:xfrm>
          </p:grpSpPr>
          <p:sp>
            <p:nvSpPr>
              <p:cNvPr id="80" name="타원 79"/>
              <p:cNvSpPr/>
              <p:nvPr/>
            </p:nvSpPr>
            <p:spPr bwMode="gray">
              <a:xfrm>
                <a:off x="5518608" y="668524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5544352" y="697737"/>
                <a:ext cx="14543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marR="0" lvl="0" indent="0" algn="ctr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050" b="0" spc="-1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>
                        <a:lumMod val="95000"/>
                      </a:schemeClr>
                    </a:solidFill>
                    <a:latin typeface="Times New Roman" panose="02020603050405020304" pitchFamily="18" charset="0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>
                  <a:defRPr/>
                </a:pPr>
                <a:r>
                  <a:rPr lang="en-US" altLang="ko-KR" sz="900" spc="0" dirty="0" smtClean="0">
                    <a:ln>
                      <a:noFill/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IV</a:t>
                </a:r>
                <a:endParaRPr lang="ko-KR" altLang="en-US" sz="900" spc="0" dirty="0">
                  <a:ln>
                    <a:noFill/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49" name="그룹 48"/>
            <p:cNvGrpSpPr/>
            <p:nvPr userDrawn="1"/>
          </p:nvGrpSpPr>
          <p:grpSpPr>
            <a:xfrm>
              <a:off x="5923310" y="160337"/>
              <a:ext cx="196926" cy="196926"/>
              <a:chOff x="5786896" y="668524"/>
              <a:chExt cx="196926" cy="196926"/>
            </a:xfrm>
          </p:grpSpPr>
          <p:sp>
            <p:nvSpPr>
              <p:cNvPr id="78" name="타원 77"/>
              <p:cNvSpPr/>
              <p:nvPr/>
            </p:nvSpPr>
            <p:spPr bwMode="gray">
              <a:xfrm>
                <a:off x="5786896" y="668524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5816609" y="697737"/>
                <a:ext cx="13750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lvl="0" algn="ctr">
                  <a:defRPr sz="1200" b="0" spc="-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 lvl="0" latinLnBrk="0"/>
                <a:r>
                  <a:rPr kumimoji="1" lang="en-US" altLang="ko-KR" sz="900" spc="0" dirty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Ⅴ</a:t>
                </a:r>
                <a:endParaRPr kumimoji="1" lang="ko-KR" altLang="en-US" sz="900" spc="0" dirty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50" name="그룹 49"/>
            <p:cNvGrpSpPr/>
            <p:nvPr userDrawn="1"/>
          </p:nvGrpSpPr>
          <p:grpSpPr>
            <a:xfrm>
              <a:off x="5382507" y="160337"/>
              <a:ext cx="196926" cy="196926"/>
              <a:chOff x="5246093" y="668524"/>
              <a:chExt cx="196926" cy="196926"/>
            </a:xfrm>
          </p:grpSpPr>
          <p:sp>
            <p:nvSpPr>
              <p:cNvPr id="76" name="타원 75"/>
              <p:cNvSpPr/>
              <p:nvPr/>
            </p:nvSpPr>
            <p:spPr bwMode="gray">
              <a:xfrm>
                <a:off x="5246093" y="668524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>
                <a:off x="5286375" y="697737"/>
                <a:ext cx="12693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marR="0" lvl="0" indent="0" algn="ctr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100" b="0" spc="-1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 lvl="0">
                  <a:defRPr/>
                </a:pPr>
                <a:r>
                  <a:rPr lang="en-US" altLang="ko-KR" sz="900" spc="0" dirty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III</a:t>
                </a:r>
                <a:endParaRPr lang="ko-KR" altLang="en-US" sz="900" spc="0" dirty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54" name="그룹 53"/>
            <p:cNvGrpSpPr/>
            <p:nvPr userDrawn="1"/>
          </p:nvGrpSpPr>
          <p:grpSpPr>
            <a:xfrm>
              <a:off x="4188676" y="160337"/>
              <a:ext cx="1135332" cy="196926"/>
              <a:chOff x="3912592" y="1079157"/>
              <a:chExt cx="1135332" cy="196926"/>
            </a:xfrm>
          </p:grpSpPr>
          <p:grpSp>
            <p:nvGrpSpPr>
              <p:cNvPr id="68" name="그룹 67"/>
              <p:cNvGrpSpPr/>
              <p:nvPr/>
            </p:nvGrpSpPr>
            <p:grpSpPr>
              <a:xfrm>
                <a:off x="3912592" y="1079157"/>
                <a:ext cx="196926" cy="196926"/>
                <a:chOff x="4709517" y="668524"/>
                <a:chExt cx="196926" cy="196926"/>
              </a:xfrm>
            </p:grpSpPr>
            <p:sp>
              <p:nvSpPr>
                <p:cNvPr id="72" name="타원 71"/>
                <p:cNvSpPr/>
                <p:nvPr/>
              </p:nvSpPr>
              <p:spPr bwMode="gray">
                <a:xfrm>
                  <a:off x="4709517" y="668524"/>
                  <a:ext cx="196926" cy="196926"/>
                </a:xfrm>
                <a:prstGeom prst="ellipse">
                  <a:avLst/>
                </a:prstGeom>
                <a:solidFill>
                  <a:srgbClr val="004B98"/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/>
                <a:p>
                  <a:pPr lvl="0" algn="ctr" fontAlgn="base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ko-KR" altLang="en-US" sz="1200" dirty="0">
                    <a:ln>
                      <a:noFill/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  <p:sp>
              <p:nvSpPr>
                <p:cNvPr id="73" name="TextBox 72"/>
                <p:cNvSpPr txBox="1"/>
                <p:nvPr/>
              </p:nvSpPr>
              <p:spPr>
                <a:xfrm>
                  <a:off x="4735261" y="697737"/>
                  <a:ext cx="145438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ko-KR"/>
                  </a:defPPr>
                  <a:lvl1pPr marR="0" lvl="0" indent="0" algn="ctr" fontAlgn="auto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1" sz="1050" b="0" spc="-150" baseline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chemeClr val="bg1">
                          <a:lumMod val="95000"/>
                        </a:schemeClr>
                      </a:solidFill>
                      <a:latin typeface="Times New Roman" panose="02020603050405020304" pitchFamily="18" charset="0"/>
                      <a:ea typeface="KoPub돋움체 Bold" panose="02020603020101020101" pitchFamily="18" charset="-127"/>
                      <a:cs typeface="Times New Roman" panose="02020603050405020304" pitchFamily="18" charset="0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900" b="0" kern="1200" spc="0" baseline="0" dirty="0" smtClean="0">
                      <a:ln>
                        <a:noFill/>
                      </a:ln>
                      <a:latin typeface="KoPub돋움체 Bold" panose="00000800000000000000" pitchFamily="2" charset="-127"/>
                      <a:ea typeface="KoPub돋움체 Bold" panose="00000800000000000000" pitchFamily="2" charset="-127"/>
                      <a:cs typeface="Times New Roman" panose="02020603050405020304" pitchFamily="18" charset="0"/>
                    </a:rPr>
                    <a:t>II</a:t>
                  </a:r>
                  <a:endParaRPr kumimoji="1" lang="ko-KR" altLang="en-US" sz="900" b="0" kern="1200" spc="0" baseline="0" dirty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9" name="그룹 68"/>
              <p:cNvGrpSpPr/>
              <p:nvPr/>
            </p:nvGrpSpPr>
            <p:grpSpPr>
              <a:xfrm>
                <a:off x="4094077" y="1092982"/>
                <a:ext cx="953847" cy="169277"/>
                <a:chOff x="4094077" y="1092982"/>
                <a:chExt cx="953847" cy="169277"/>
              </a:xfrm>
            </p:grpSpPr>
            <p:sp>
              <p:nvSpPr>
                <p:cNvPr id="70" name="Rectangle 19"/>
                <p:cNvSpPr>
                  <a:spLocks noChangeArrowheads="1"/>
                </p:cNvSpPr>
                <p:nvPr/>
              </p:nvSpPr>
              <p:spPr bwMode="gray">
                <a:xfrm>
                  <a:off x="4216710" y="1092982"/>
                  <a:ext cx="831214" cy="1692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DCDCD">
                          <a:alpha val="50195"/>
                        </a:srgb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969696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7200" bIns="0" anchor="ctr">
                  <a:spAutoFit/>
                </a:bodyPr>
                <a:lstStyle/>
                <a:p>
                  <a:pPr fontAlgn="ctr" latinLnBrk="0">
                    <a:spcBef>
                      <a:spcPct val="0"/>
                    </a:spcBef>
                    <a:spcAft>
                      <a:spcPct val="0"/>
                    </a:spcAft>
                    <a:buFont typeface="Symbol" pitchFamily="18" charset="2"/>
                    <a:buNone/>
                  </a:pPr>
                  <a:r>
                    <a:rPr kumimoji="1" lang="ko-KR" altLang="en-US" sz="1100" dirty="0" smtClean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rPr>
                    <a:t>전략 및 방법론</a:t>
                  </a:r>
                  <a:endParaRPr kumimoji="1" lang="ko-KR" altLang="en-US" sz="110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cxnSp>
              <p:nvCxnSpPr>
                <p:cNvPr id="71" name="직선 연결선 70"/>
                <p:cNvCxnSpPr/>
                <p:nvPr/>
              </p:nvCxnSpPr>
              <p:spPr>
                <a:xfrm>
                  <a:off x="4094077" y="1177620"/>
                  <a:ext cx="92729" cy="0"/>
                </a:xfrm>
                <a:prstGeom prst="line">
                  <a:avLst/>
                </a:prstGeom>
                <a:ln w="12700">
                  <a:solidFill>
                    <a:srgbClr val="004B98"/>
                  </a:solidFill>
                  <a:headEnd type="non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5" name="그룹 54"/>
            <p:cNvGrpSpPr/>
            <p:nvPr userDrawn="1"/>
          </p:nvGrpSpPr>
          <p:grpSpPr>
            <a:xfrm>
              <a:off x="6398632" y="160337"/>
              <a:ext cx="309908" cy="196926"/>
              <a:chOff x="6003455" y="668524"/>
              <a:chExt cx="309908" cy="196926"/>
            </a:xfrm>
          </p:grpSpPr>
          <p:sp>
            <p:nvSpPr>
              <p:cNvPr id="56" name="타원 55"/>
              <p:cNvSpPr/>
              <p:nvPr/>
            </p:nvSpPr>
            <p:spPr bwMode="gray">
              <a:xfrm>
                <a:off x="6055184" y="668524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6003455" y="697737"/>
                <a:ext cx="30990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marR="0" lvl="0" indent="0" algn="ctr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100" b="0" spc="-1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900" spc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VII</a:t>
                </a:r>
                <a:endParaRPr lang="ko-KR" altLang="en-US" sz="900" spc="0" dirty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84" name="그룹 83"/>
            <p:cNvGrpSpPr/>
            <p:nvPr userDrawn="1"/>
          </p:nvGrpSpPr>
          <p:grpSpPr>
            <a:xfrm>
              <a:off x="3933263" y="160337"/>
              <a:ext cx="196926" cy="196926"/>
              <a:chOff x="4977805" y="668524"/>
              <a:chExt cx="196926" cy="196926"/>
            </a:xfrm>
          </p:grpSpPr>
          <p:sp>
            <p:nvSpPr>
              <p:cNvPr id="85" name="타원 84"/>
              <p:cNvSpPr/>
              <p:nvPr/>
            </p:nvSpPr>
            <p:spPr bwMode="gray">
              <a:xfrm>
                <a:off x="4977805" y="668524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5007518" y="697737"/>
                <a:ext cx="13750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lvl="0" algn="ctr">
                  <a:defRPr sz="1200" b="0" spc="-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900" b="0" kern="1200" spc="0" baseline="0" dirty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I</a:t>
                </a:r>
                <a:endParaRPr kumimoji="1" lang="ko-KR" altLang="en-US" sz="900" b="0" kern="1200" spc="0" baseline="0" dirty="0" smtClean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44" name="그룹 43"/>
          <p:cNvGrpSpPr/>
          <p:nvPr userDrawn="1"/>
        </p:nvGrpSpPr>
        <p:grpSpPr>
          <a:xfrm>
            <a:off x="482600" y="9740846"/>
            <a:ext cx="6206305" cy="207211"/>
            <a:chOff x="330200" y="9588446"/>
            <a:chExt cx="6206305" cy="207211"/>
          </a:xfrm>
        </p:grpSpPr>
        <p:pic>
          <p:nvPicPr>
            <p:cNvPr id="45" name="그림 4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30200" y="9588446"/>
              <a:ext cx="558801" cy="189133"/>
            </a:xfrm>
            <a:prstGeom prst="rect">
              <a:avLst/>
            </a:prstGeom>
          </p:spPr>
        </p:pic>
        <p:sp>
          <p:nvSpPr>
            <p:cNvPr id="47" name="Text Box 9"/>
            <p:cNvSpPr txBox="1">
              <a:spLocks noChangeArrowheads="1"/>
            </p:cNvSpPr>
            <p:nvPr userDrawn="1"/>
          </p:nvSpPr>
          <p:spPr bwMode="auto">
            <a:xfrm>
              <a:off x="3520061" y="9655363"/>
              <a:ext cx="3016444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>
              <a:defPPr>
                <a:defRPr lang="ko-KR"/>
              </a:defPPr>
              <a:lvl1pPr marL="0" algn="r" defTabSz="957474" eaLnBrk="0" hangingPunct="0">
                <a:defRPr sz="7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defRPr>
              </a:lvl1pPr>
              <a:lvl2pPr marL="457028" defTabSz="914057" eaLnBrk="1" hangingPunct="1">
                <a:defRPr sz="1800">
                  <a:latin typeface="+mn-lt"/>
                  <a:ea typeface="+mn-ea"/>
                </a:defRPr>
              </a:lvl2pPr>
              <a:lvl3pPr marL="914057" defTabSz="914057" eaLnBrk="1" hangingPunct="1">
                <a:defRPr sz="1800">
                  <a:latin typeface="+mn-lt"/>
                  <a:ea typeface="+mn-ea"/>
                </a:defRPr>
              </a:lvl3pPr>
              <a:lvl4pPr marL="1371084" defTabSz="914057" eaLnBrk="1" hangingPunct="1">
                <a:defRPr sz="1800">
                  <a:latin typeface="+mn-lt"/>
                  <a:ea typeface="+mn-ea"/>
                </a:defRPr>
              </a:lvl4pPr>
              <a:lvl5pPr marL="1828109" defTabSz="914057" eaLnBrk="1" hangingPunct="1">
                <a:defRPr sz="1800">
                  <a:latin typeface="+mn-lt"/>
                  <a:ea typeface="+mn-ea"/>
                </a:defRPr>
              </a:lvl5pPr>
              <a:lvl6pPr marL="2285133" defTabSz="914057">
                <a:defRPr sz="1800">
                  <a:latin typeface="+mn-lt"/>
                  <a:ea typeface="+mn-ea"/>
                </a:defRPr>
              </a:lvl6pPr>
              <a:lvl7pPr marL="2742172" defTabSz="914057">
                <a:defRPr sz="1800">
                  <a:latin typeface="+mn-lt"/>
                  <a:ea typeface="+mn-ea"/>
                </a:defRPr>
              </a:lvl7pPr>
              <a:lvl8pPr marL="3199191" defTabSz="914057">
                <a:defRPr sz="1800">
                  <a:latin typeface="+mn-lt"/>
                  <a:ea typeface="+mn-ea"/>
                </a:defRPr>
              </a:lvl8pPr>
              <a:lvl9pPr marL="3656218" defTabSz="914057">
                <a:defRPr sz="1800">
                  <a:latin typeface="+mn-lt"/>
                  <a:ea typeface="+mn-ea"/>
                </a:defRPr>
              </a:lvl9pPr>
            </a:lstStyle>
            <a:p>
              <a:pPr lvl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dirty="0" smtClean="0">
                  <a:ln>
                    <a:noFill/>
                  </a:ln>
                </a:rPr>
                <a:t>Copyright 2025. Samsung SDS Co., Ltd. All rights reserved.  |  Confidential</a:t>
              </a:r>
            </a:p>
          </p:txBody>
        </p:sp>
        <p:sp>
          <p:nvSpPr>
            <p:cNvPr id="51" name="Rectangle 4"/>
            <p:cNvSpPr>
              <a:spLocks noChangeArrowheads="1"/>
            </p:cNvSpPr>
            <p:nvPr userDrawn="1"/>
          </p:nvSpPr>
          <p:spPr bwMode="auto">
            <a:xfrm>
              <a:off x="947888" y="9595602"/>
              <a:ext cx="2481111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4E5F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BBD6F3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>
              <a:spAutoFit/>
            </a:bodyPr>
            <a:lstStyle/>
            <a:p>
              <a:pPr marL="217488" indent="-217488" algn="l" defTabSz="914400" rtl="0" eaLnBrk="1" latinLnBrk="0" hangingPunct="1"/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공공안녕 위험 예방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대응 강화를 위한 </a:t>
              </a:r>
              <a:endParaRPr lang="en-US" altLang="ko-KR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endParaRPr>
            </a:p>
            <a:p>
              <a:pPr marL="217488" indent="-217488" algn="l" defTabSz="914400" rtl="0" eaLnBrk="1" latinLnBrk="0" hangingPunct="1"/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인공지능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err="1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빅데이터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 기반 치안정보 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『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과학적 분석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예측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관리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』 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디지털 플랫폼 구축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71402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III장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그룹 55"/>
          <p:cNvGrpSpPr/>
          <p:nvPr userDrawn="1"/>
        </p:nvGrpSpPr>
        <p:grpSpPr>
          <a:xfrm>
            <a:off x="0" y="-1"/>
            <a:ext cx="6858000" cy="2000673"/>
            <a:chOff x="0" y="-1"/>
            <a:chExt cx="6858000" cy="2000673"/>
          </a:xfrm>
        </p:grpSpPr>
        <p:sp>
          <p:nvSpPr>
            <p:cNvPr id="59" name="직사각형 58"/>
            <p:cNvSpPr/>
            <p:nvPr userDrawn="1"/>
          </p:nvSpPr>
          <p:spPr>
            <a:xfrm>
              <a:off x="0" y="-1"/>
              <a:ext cx="6858000" cy="781051"/>
            </a:xfrm>
            <a:prstGeom prst="rect">
              <a:avLst/>
            </a:prstGeom>
            <a:solidFill>
              <a:srgbClr val="E4ED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>
                <a:ln>
                  <a:noFill/>
                </a:ln>
              </a:endParaRPr>
            </a:p>
          </p:txBody>
        </p:sp>
        <p:sp>
          <p:nvSpPr>
            <p:cNvPr id="62" name="직사각형 61"/>
            <p:cNvSpPr/>
            <p:nvPr userDrawn="1"/>
          </p:nvSpPr>
          <p:spPr>
            <a:xfrm>
              <a:off x="167640" y="441399"/>
              <a:ext cx="6522720" cy="15592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noFill/>
                </a:ln>
              </a:endParaRPr>
            </a:p>
          </p:txBody>
        </p:sp>
      </p:grpSp>
      <p:grpSp>
        <p:nvGrpSpPr>
          <p:cNvPr id="47" name="그룹 46"/>
          <p:cNvGrpSpPr/>
          <p:nvPr userDrawn="1"/>
        </p:nvGrpSpPr>
        <p:grpSpPr>
          <a:xfrm>
            <a:off x="330201" y="9455378"/>
            <a:ext cx="6197600" cy="83734"/>
            <a:chOff x="330201" y="9477603"/>
            <a:chExt cx="6197600" cy="83734"/>
          </a:xfrm>
        </p:grpSpPr>
        <p:grpSp>
          <p:nvGrpSpPr>
            <p:cNvPr id="50" name="그룹 49"/>
            <p:cNvGrpSpPr/>
            <p:nvPr userDrawn="1"/>
          </p:nvGrpSpPr>
          <p:grpSpPr>
            <a:xfrm>
              <a:off x="330201" y="9477603"/>
              <a:ext cx="2844000" cy="83734"/>
              <a:chOff x="366713" y="9477603"/>
              <a:chExt cx="2814021" cy="83734"/>
            </a:xfrm>
          </p:grpSpPr>
          <p:sp>
            <p:nvSpPr>
              <p:cNvPr id="58" name="Line 26"/>
              <p:cNvSpPr>
                <a:spLocks noChangeShapeType="1"/>
              </p:cNvSpPr>
              <p:nvPr/>
            </p:nvSpPr>
            <p:spPr bwMode="auto">
              <a:xfrm>
                <a:off x="366713" y="9520739"/>
                <a:ext cx="2812256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60" name="Line 27"/>
              <p:cNvSpPr>
                <a:spLocks noChangeShapeType="1"/>
              </p:cNvSpPr>
              <p:nvPr/>
            </p:nvSpPr>
            <p:spPr bwMode="auto">
              <a:xfrm>
                <a:off x="3180734" y="9477603"/>
                <a:ext cx="0" cy="83734"/>
              </a:xfrm>
              <a:prstGeom prst="line">
                <a:avLst/>
              </a:prstGeom>
              <a:noFill/>
              <a:ln w="127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51" name="그룹 50"/>
            <p:cNvGrpSpPr/>
            <p:nvPr userDrawn="1"/>
          </p:nvGrpSpPr>
          <p:grpSpPr>
            <a:xfrm flipH="1">
              <a:off x="3683801" y="9477603"/>
              <a:ext cx="2844000" cy="83734"/>
              <a:chOff x="366713" y="9477603"/>
              <a:chExt cx="2814021" cy="83734"/>
            </a:xfrm>
          </p:grpSpPr>
          <p:sp>
            <p:nvSpPr>
              <p:cNvPr id="52" name="Line 26"/>
              <p:cNvSpPr>
                <a:spLocks noChangeShapeType="1"/>
              </p:cNvSpPr>
              <p:nvPr/>
            </p:nvSpPr>
            <p:spPr bwMode="auto">
              <a:xfrm>
                <a:off x="366713" y="9520739"/>
                <a:ext cx="2812256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57" name="Line 27"/>
              <p:cNvSpPr>
                <a:spLocks noChangeShapeType="1"/>
              </p:cNvSpPr>
              <p:nvPr/>
            </p:nvSpPr>
            <p:spPr bwMode="auto">
              <a:xfrm>
                <a:off x="3180734" y="9477603"/>
                <a:ext cx="0" cy="83734"/>
              </a:xfrm>
              <a:prstGeom prst="line">
                <a:avLst/>
              </a:prstGeom>
              <a:noFill/>
              <a:ln w="127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</p:grpSp>
      <p:sp>
        <p:nvSpPr>
          <p:cNvPr id="61" name="Rectangle 24"/>
          <p:cNvSpPr>
            <a:spLocks noChangeArrowheads="1"/>
          </p:cNvSpPr>
          <p:nvPr userDrawn="1"/>
        </p:nvSpPr>
        <p:spPr bwMode="auto">
          <a:xfrm>
            <a:off x="3161195" y="9442678"/>
            <a:ext cx="53768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algn="ctr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b="0" kern="1200" spc="-30" baseline="0" dirty="0" smtClean="0">
                <a:ln>
                  <a:noFill/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III - </a:t>
            </a:r>
            <a:fld id="{FE5B6C78-2B77-4BFC-88E3-F5948F31982E}" type="slidenum">
              <a:rPr kumimoji="1" lang="en-US" altLang="ko-KR" sz="800" b="0" kern="1200" spc="-30" baseline="0" smtClean="0">
                <a:ln>
                  <a:noFill/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pPr marL="0" algn="ctr" defTabSz="914400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 sz="800" b="0" kern="1200" spc="-30" baseline="0" dirty="0" smtClean="0">
              <a:ln>
                <a:noFill/>
              </a:ln>
              <a:solidFill>
                <a:srgbClr val="5F5F5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+mn-cs"/>
            </a:endParaRPr>
          </a:p>
        </p:txBody>
      </p:sp>
      <p:grpSp>
        <p:nvGrpSpPr>
          <p:cNvPr id="40" name="그룹 39"/>
          <p:cNvGrpSpPr/>
          <p:nvPr userDrawn="1"/>
        </p:nvGrpSpPr>
        <p:grpSpPr>
          <a:xfrm>
            <a:off x="330200" y="9588446"/>
            <a:ext cx="6206305" cy="207211"/>
            <a:chOff x="330200" y="9588446"/>
            <a:chExt cx="6206305" cy="207211"/>
          </a:xfrm>
        </p:grpSpPr>
        <p:pic>
          <p:nvPicPr>
            <p:cNvPr id="41" name="그림 40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30200" y="9588446"/>
              <a:ext cx="558801" cy="189133"/>
            </a:xfrm>
            <a:prstGeom prst="rect">
              <a:avLst/>
            </a:prstGeom>
          </p:spPr>
        </p:pic>
        <p:sp>
          <p:nvSpPr>
            <p:cNvPr id="42" name="Text Box 9"/>
            <p:cNvSpPr txBox="1">
              <a:spLocks noChangeArrowheads="1"/>
            </p:cNvSpPr>
            <p:nvPr userDrawn="1"/>
          </p:nvSpPr>
          <p:spPr bwMode="auto">
            <a:xfrm>
              <a:off x="3520061" y="9655363"/>
              <a:ext cx="3016444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>
              <a:defPPr>
                <a:defRPr lang="ko-KR"/>
              </a:defPPr>
              <a:lvl1pPr marL="0" algn="r" defTabSz="957474" eaLnBrk="0" hangingPunct="0">
                <a:defRPr sz="7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defRPr>
              </a:lvl1pPr>
              <a:lvl2pPr marL="457028" defTabSz="914057" eaLnBrk="1" hangingPunct="1">
                <a:defRPr sz="1800">
                  <a:latin typeface="+mn-lt"/>
                  <a:ea typeface="+mn-ea"/>
                </a:defRPr>
              </a:lvl2pPr>
              <a:lvl3pPr marL="914057" defTabSz="914057" eaLnBrk="1" hangingPunct="1">
                <a:defRPr sz="1800">
                  <a:latin typeface="+mn-lt"/>
                  <a:ea typeface="+mn-ea"/>
                </a:defRPr>
              </a:lvl3pPr>
              <a:lvl4pPr marL="1371084" defTabSz="914057" eaLnBrk="1" hangingPunct="1">
                <a:defRPr sz="1800">
                  <a:latin typeface="+mn-lt"/>
                  <a:ea typeface="+mn-ea"/>
                </a:defRPr>
              </a:lvl4pPr>
              <a:lvl5pPr marL="1828109" defTabSz="914057" eaLnBrk="1" hangingPunct="1">
                <a:defRPr sz="1800">
                  <a:latin typeface="+mn-lt"/>
                  <a:ea typeface="+mn-ea"/>
                </a:defRPr>
              </a:lvl5pPr>
              <a:lvl6pPr marL="2285133" defTabSz="914057">
                <a:defRPr sz="1800">
                  <a:latin typeface="+mn-lt"/>
                  <a:ea typeface="+mn-ea"/>
                </a:defRPr>
              </a:lvl6pPr>
              <a:lvl7pPr marL="2742172" defTabSz="914057">
                <a:defRPr sz="1800">
                  <a:latin typeface="+mn-lt"/>
                  <a:ea typeface="+mn-ea"/>
                </a:defRPr>
              </a:lvl7pPr>
              <a:lvl8pPr marL="3199191" defTabSz="914057">
                <a:defRPr sz="1800">
                  <a:latin typeface="+mn-lt"/>
                  <a:ea typeface="+mn-ea"/>
                </a:defRPr>
              </a:lvl8pPr>
              <a:lvl9pPr marL="3656218" defTabSz="914057">
                <a:defRPr sz="1800">
                  <a:latin typeface="+mn-lt"/>
                  <a:ea typeface="+mn-ea"/>
                </a:defRPr>
              </a:lvl9pPr>
            </a:lstStyle>
            <a:p>
              <a:pPr lvl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dirty="0" smtClean="0">
                  <a:ln>
                    <a:noFill/>
                  </a:ln>
                </a:rPr>
                <a:t>Copyright 2025. Samsung SDS Co., Ltd. All rights reserved.  |  Confidential</a:t>
              </a:r>
            </a:p>
          </p:txBody>
        </p:sp>
        <p:sp>
          <p:nvSpPr>
            <p:cNvPr id="43" name="Rectangle 4"/>
            <p:cNvSpPr>
              <a:spLocks noChangeArrowheads="1"/>
            </p:cNvSpPr>
            <p:nvPr userDrawn="1"/>
          </p:nvSpPr>
          <p:spPr bwMode="auto">
            <a:xfrm>
              <a:off x="947888" y="9595602"/>
              <a:ext cx="2481111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4E5F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BBD6F3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>
              <a:spAutoFit/>
            </a:bodyPr>
            <a:lstStyle/>
            <a:p>
              <a:pPr marL="217488" indent="-217488" algn="l" defTabSz="914400" rtl="0" eaLnBrk="1" latinLnBrk="0" hangingPunct="1"/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공공안녕 위험 예방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대응 강화를 위한 </a:t>
              </a:r>
              <a:endParaRPr lang="en-US" altLang="ko-KR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endParaRPr>
            </a:p>
            <a:p>
              <a:pPr marL="217488" indent="-217488" algn="l" defTabSz="914400" rtl="0" eaLnBrk="1" latinLnBrk="0" hangingPunct="1"/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인공지능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err="1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빅데이터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 기반 치안정보 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『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과학적 분석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예측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관리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』 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디지털 플랫폼 구축</a:t>
              </a:r>
            </a:p>
          </p:txBody>
        </p:sp>
      </p:grpSp>
      <p:grpSp>
        <p:nvGrpSpPr>
          <p:cNvPr id="2" name="그룹 1"/>
          <p:cNvGrpSpPr/>
          <p:nvPr userDrawn="1"/>
        </p:nvGrpSpPr>
        <p:grpSpPr>
          <a:xfrm>
            <a:off x="4066034" y="160337"/>
            <a:ext cx="2642506" cy="196926"/>
            <a:chOff x="4066034" y="160337"/>
            <a:chExt cx="2642506" cy="196926"/>
          </a:xfrm>
        </p:grpSpPr>
        <p:grpSp>
          <p:nvGrpSpPr>
            <p:cNvPr id="48" name="그룹 47"/>
            <p:cNvGrpSpPr/>
            <p:nvPr userDrawn="1"/>
          </p:nvGrpSpPr>
          <p:grpSpPr>
            <a:xfrm>
              <a:off x="6191598" y="160337"/>
              <a:ext cx="196926" cy="196926"/>
              <a:chOff x="6055184" y="668524"/>
              <a:chExt cx="196926" cy="196926"/>
            </a:xfrm>
          </p:grpSpPr>
          <p:sp>
            <p:nvSpPr>
              <p:cNvPr id="82" name="타원 81"/>
              <p:cNvSpPr/>
              <p:nvPr/>
            </p:nvSpPr>
            <p:spPr bwMode="gray">
              <a:xfrm>
                <a:off x="6055184" y="668524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6087468" y="697737"/>
                <a:ext cx="141882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marR="0" lvl="0" indent="0" algn="ctr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100" b="0" spc="-1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r>
                  <a:rPr lang="en-US" altLang="ko-KR" sz="900" spc="0" dirty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VI</a:t>
                </a:r>
                <a:endParaRPr lang="ko-KR" altLang="en-US" sz="900" spc="0" dirty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49" name="그룹 48"/>
            <p:cNvGrpSpPr/>
            <p:nvPr userDrawn="1"/>
          </p:nvGrpSpPr>
          <p:grpSpPr>
            <a:xfrm>
              <a:off x="5655022" y="160337"/>
              <a:ext cx="196926" cy="196926"/>
              <a:chOff x="5518608" y="668524"/>
              <a:chExt cx="196926" cy="196926"/>
            </a:xfrm>
          </p:grpSpPr>
          <p:sp>
            <p:nvSpPr>
              <p:cNvPr id="80" name="타원 79"/>
              <p:cNvSpPr/>
              <p:nvPr/>
            </p:nvSpPr>
            <p:spPr bwMode="gray">
              <a:xfrm>
                <a:off x="5518608" y="668524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5544352" y="697737"/>
                <a:ext cx="14543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marR="0" lvl="0" indent="0" algn="ctr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050" b="0" spc="-1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>
                        <a:lumMod val="95000"/>
                      </a:schemeClr>
                    </a:solidFill>
                    <a:latin typeface="Times New Roman" panose="02020603050405020304" pitchFamily="18" charset="0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>
                  <a:defRPr/>
                </a:pPr>
                <a:r>
                  <a:rPr lang="en-US" altLang="ko-KR" sz="900" spc="0" dirty="0" smtClean="0">
                    <a:ln>
                      <a:noFill/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IV</a:t>
                </a:r>
                <a:endParaRPr lang="ko-KR" altLang="en-US" sz="900" spc="0" dirty="0">
                  <a:ln>
                    <a:noFill/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53" name="그룹 52"/>
            <p:cNvGrpSpPr/>
            <p:nvPr userDrawn="1"/>
          </p:nvGrpSpPr>
          <p:grpSpPr>
            <a:xfrm>
              <a:off x="5923310" y="160337"/>
              <a:ext cx="196926" cy="196926"/>
              <a:chOff x="5786896" y="668524"/>
              <a:chExt cx="196926" cy="196926"/>
            </a:xfrm>
          </p:grpSpPr>
          <p:sp>
            <p:nvSpPr>
              <p:cNvPr id="78" name="타원 77"/>
              <p:cNvSpPr/>
              <p:nvPr/>
            </p:nvSpPr>
            <p:spPr bwMode="gray">
              <a:xfrm>
                <a:off x="5786896" y="668524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5816609" y="697737"/>
                <a:ext cx="13750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lvl="0" algn="ctr">
                  <a:defRPr sz="1200" b="0" spc="-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 lvl="0" latinLnBrk="0"/>
                <a:r>
                  <a:rPr kumimoji="1" lang="en-US" altLang="ko-KR" sz="900" spc="0" dirty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Ⅴ</a:t>
                </a:r>
                <a:endParaRPr kumimoji="1" lang="ko-KR" altLang="en-US" sz="900" spc="0" dirty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54" name="그룹 53"/>
            <p:cNvGrpSpPr/>
            <p:nvPr userDrawn="1"/>
          </p:nvGrpSpPr>
          <p:grpSpPr>
            <a:xfrm>
              <a:off x="4066034" y="160337"/>
              <a:ext cx="196926" cy="196926"/>
              <a:chOff x="5246093" y="668524"/>
              <a:chExt cx="196926" cy="196926"/>
            </a:xfrm>
          </p:grpSpPr>
          <p:sp>
            <p:nvSpPr>
              <p:cNvPr id="76" name="타원 75"/>
              <p:cNvSpPr/>
              <p:nvPr/>
            </p:nvSpPr>
            <p:spPr bwMode="gray">
              <a:xfrm>
                <a:off x="5246093" y="668524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>
                <a:off x="5286375" y="697737"/>
                <a:ext cx="12693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marR="0" lvl="0" indent="0" algn="ctr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100" b="0" spc="-1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900" b="0" kern="1200" spc="0" baseline="0" dirty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I</a:t>
                </a:r>
                <a:endParaRPr kumimoji="1" lang="ko-KR" altLang="en-US" sz="900" b="0" kern="1200" spc="0" baseline="0" dirty="0" smtClean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5" name="그룹 54"/>
            <p:cNvGrpSpPr/>
            <p:nvPr userDrawn="1"/>
          </p:nvGrpSpPr>
          <p:grpSpPr>
            <a:xfrm>
              <a:off x="4575517" y="160337"/>
              <a:ext cx="1011901" cy="196926"/>
              <a:chOff x="3912592" y="1079157"/>
              <a:chExt cx="1011901" cy="196926"/>
            </a:xfrm>
          </p:grpSpPr>
          <p:grpSp>
            <p:nvGrpSpPr>
              <p:cNvPr id="70" name="그룹 69"/>
              <p:cNvGrpSpPr/>
              <p:nvPr/>
            </p:nvGrpSpPr>
            <p:grpSpPr>
              <a:xfrm>
                <a:off x="3912592" y="1079157"/>
                <a:ext cx="196926" cy="196926"/>
                <a:chOff x="4709517" y="668524"/>
                <a:chExt cx="196926" cy="196926"/>
              </a:xfrm>
            </p:grpSpPr>
            <p:sp>
              <p:nvSpPr>
                <p:cNvPr id="74" name="타원 73"/>
                <p:cNvSpPr/>
                <p:nvPr/>
              </p:nvSpPr>
              <p:spPr bwMode="gray">
                <a:xfrm>
                  <a:off x="4709517" y="668524"/>
                  <a:ext cx="196926" cy="196926"/>
                </a:xfrm>
                <a:prstGeom prst="ellipse">
                  <a:avLst/>
                </a:prstGeom>
                <a:solidFill>
                  <a:srgbClr val="004B98"/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/>
                <a:p>
                  <a:pPr lvl="0" algn="ctr" fontAlgn="base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ko-KR" altLang="en-US" sz="1200" dirty="0">
                    <a:ln>
                      <a:noFill/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  <p:sp>
              <p:nvSpPr>
                <p:cNvPr id="75" name="TextBox 74"/>
                <p:cNvSpPr txBox="1"/>
                <p:nvPr/>
              </p:nvSpPr>
              <p:spPr>
                <a:xfrm>
                  <a:off x="4735261" y="697737"/>
                  <a:ext cx="145438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ko-KR"/>
                  </a:defPPr>
                  <a:lvl1pPr marR="0" lvl="0" indent="0" algn="ctr" fontAlgn="auto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1" sz="1050" b="0" spc="-150" baseline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chemeClr val="bg1">
                          <a:lumMod val="95000"/>
                        </a:schemeClr>
                      </a:solidFill>
                      <a:latin typeface="Times New Roman" panose="02020603050405020304" pitchFamily="18" charset="0"/>
                      <a:ea typeface="KoPub돋움체 Bold" panose="02020603020101020101" pitchFamily="18" charset="-127"/>
                      <a:cs typeface="Times New Roman" panose="02020603050405020304" pitchFamily="18" charset="0"/>
                    </a:defRPr>
                  </a:lvl1pPr>
                </a:lstStyle>
                <a:p>
                  <a:pPr lvl="0">
                    <a:defRPr/>
                  </a:pPr>
                  <a:r>
                    <a:rPr lang="en-US" altLang="ko-KR" sz="900" spc="0" dirty="0" smtClean="0">
                      <a:ln>
                        <a:noFill/>
                      </a:ln>
                      <a:latin typeface="KoPub돋움체 Bold" panose="00000800000000000000" pitchFamily="2" charset="-127"/>
                      <a:ea typeface="KoPub돋움체 Bold" panose="00000800000000000000" pitchFamily="2" charset="-127"/>
                    </a:rPr>
                    <a:t>III</a:t>
                  </a:r>
                  <a:endParaRPr lang="ko-KR" altLang="en-US" sz="900" spc="0" dirty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</p:grpSp>
          <p:grpSp>
            <p:nvGrpSpPr>
              <p:cNvPr id="71" name="그룹 70"/>
              <p:cNvGrpSpPr/>
              <p:nvPr/>
            </p:nvGrpSpPr>
            <p:grpSpPr>
              <a:xfrm>
                <a:off x="4094077" y="1092982"/>
                <a:ext cx="830416" cy="169277"/>
                <a:chOff x="4094077" y="1092982"/>
                <a:chExt cx="830416" cy="169277"/>
              </a:xfrm>
            </p:grpSpPr>
            <p:sp>
              <p:nvSpPr>
                <p:cNvPr id="72" name="Rectangle 19"/>
                <p:cNvSpPr>
                  <a:spLocks noChangeArrowheads="1"/>
                </p:cNvSpPr>
                <p:nvPr/>
              </p:nvSpPr>
              <p:spPr bwMode="gray">
                <a:xfrm>
                  <a:off x="4216710" y="1092982"/>
                  <a:ext cx="707783" cy="1692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DCDCD">
                          <a:alpha val="50195"/>
                        </a:srgb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969696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7200" bIns="0" anchor="ctr">
                  <a:spAutoFit/>
                </a:bodyPr>
                <a:lstStyle/>
                <a:p>
                  <a:pPr fontAlgn="ctr" latinLnBrk="0">
                    <a:spcBef>
                      <a:spcPct val="0"/>
                    </a:spcBef>
                    <a:spcAft>
                      <a:spcPct val="0"/>
                    </a:spcAft>
                    <a:buFont typeface="Symbol" pitchFamily="18" charset="2"/>
                    <a:buNone/>
                  </a:pPr>
                  <a:r>
                    <a:rPr kumimoji="1" lang="ko-KR" altLang="en-US" sz="1100" dirty="0" smtClean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rPr>
                    <a:t>기술 및 기능</a:t>
                  </a:r>
                  <a:endParaRPr kumimoji="1" lang="ko-KR" altLang="en-US" sz="110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cxnSp>
              <p:nvCxnSpPr>
                <p:cNvPr id="73" name="직선 연결선 72"/>
                <p:cNvCxnSpPr/>
                <p:nvPr/>
              </p:nvCxnSpPr>
              <p:spPr>
                <a:xfrm>
                  <a:off x="4094077" y="1177620"/>
                  <a:ext cx="92729" cy="0"/>
                </a:xfrm>
                <a:prstGeom prst="line">
                  <a:avLst/>
                </a:prstGeom>
                <a:ln w="12700">
                  <a:solidFill>
                    <a:srgbClr val="004B98"/>
                  </a:solidFill>
                  <a:headEnd type="non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4" name="그룹 63"/>
            <p:cNvGrpSpPr/>
            <p:nvPr userDrawn="1"/>
          </p:nvGrpSpPr>
          <p:grpSpPr>
            <a:xfrm>
              <a:off x="6398632" y="160337"/>
              <a:ext cx="309908" cy="196926"/>
              <a:chOff x="6003455" y="668524"/>
              <a:chExt cx="309908" cy="196926"/>
            </a:xfrm>
          </p:grpSpPr>
          <p:sp>
            <p:nvSpPr>
              <p:cNvPr id="68" name="타원 67"/>
              <p:cNvSpPr/>
              <p:nvPr/>
            </p:nvSpPr>
            <p:spPr bwMode="gray">
              <a:xfrm>
                <a:off x="6055184" y="668524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6003455" y="697737"/>
                <a:ext cx="30990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marR="0" lvl="0" indent="0" algn="ctr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100" b="0" spc="-1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900" spc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VII</a:t>
                </a:r>
                <a:endParaRPr lang="ko-KR" altLang="en-US" sz="900" spc="0" dirty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65" name="그룹 64"/>
            <p:cNvGrpSpPr/>
            <p:nvPr userDrawn="1"/>
          </p:nvGrpSpPr>
          <p:grpSpPr>
            <a:xfrm>
              <a:off x="4320104" y="160337"/>
              <a:ext cx="196926" cy="196926"/>
              <a:chOff x="4977805" y="668524"/>
              <a:chExt cx="196926" cy="196926"/>
            </a:xfrm>
          </p:grpSpPr>
          <p:sp>
            <p:nvSpPr>
              <p:cNvPr id="66" name="타원 65"/>
              <p:cNvSpPr/>
              <p:nvPr/>
            </p:nvSpPr>
            <p:spPr bwMode="gray">
              <a:xfrm>
                <a:off x="4977805" y="668524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5007518" y="697737"/>
                <a:ext cx="13750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lvl="0" algn="ctr">
                  <a:defRPr sz="1200" b="0" spc="-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900" b="0" kern="1200" spc="0" baseline="0" dirty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II</a:t>
                </a:r>
                <a:endParaRPr kumimoji="1" lang="ko-KR" altLang="en-US" sz="900" b="0" kern="1200" spc="0" baseline="0" dirty="0" smtClean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429818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IV장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그룹 50"/>
          <p:cNvGrpSpPr/>
          <p:nvPr userDrawn="1"/>
        </p:nvGrpSpPr>
        <p:grpSpPr>
          <a:xfrm>
            <a:off x="0" y="-1"/>
            <a:ext cx="6858000" cy="2000673"/>
            <a:chOff x="0" y="-1"/>
            <a:chExt cx="6858000" cy="2000673"/>
          </a:xfrm>
        </p:grpSpPr>
        <p:sp>
          <p:nvSpPr>
            <p:cNvPr id="52" name="직사각형 51"/>
            <p:cNvSpPr/>
            <p:nvPr userDrawn="1"/>
          </p:nvSpPr>
          <p:spPr>
            <a:xfrm>
              <a:off x="0" y="-1"/>
              <a:ext cx="6858000" cy="781051"/>
            </a:xfrm>
            <a:prstGeom prst="rect">
              <a:avLst/>
            </a:prstGeom>
            <a:solidFill>
              <a:srgbClr val="E4ED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>
                <a:ln>
                  <a:noFill/>
                </a:ln>
              </a:endParaRPr>
            </a:p>
          </p:txBody>
        </p:sp>
        <p:sp>
          <p:nvSpPr>
            <p:cNvPr id="53" name="직사각형 52"/>
            <p:cNvSpPr/>
            <p:nvPr userDrawn="1"/>
          </p:nvSpPr>
          <p:spPr>
            <a:xfrm>
              <a:off x="167640" y="441399"/>
              <a:ext cx="6522720" cy="15592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noFill/>
                </a:ln>
              </a:endParaRPr>
            </a:p>
          </p:txBody>
        </p:sp>
      </p:grpSp>
      <p:grpSp>
        <p:nvGrpSpPr>
          <p:cNvPr id="55" name="그룹 54"/>
          <p:cNvGrpSpPr/>
          <p:nvPr userDrawn="1"/>
        </p:nvGrpSpPr>
        <p:grpSpPr>
          <a:xfrm>
            <a:off x="330201" y="9455378"/>
            <a:ext cx="6197600" cy="83734"/>
            <a:chOff x="330201" y="9477603"/>
            <a:chExt cx="6197600" cy="83734"/>
          </a:xfrm>
        </p:grpSpPr>
        <p:grpSp>
          <p:nvGrpSpPr>
            <p:cNvPr id="56" name="그룹 55"/>
            <p:cNvGrpSpPr/>
            <p:nvPr userDrawn="1"/>
          </p:nvGrpSpPr>
          <p:grpSpPr>
            <a:xfrm>
              <a:off x="330201" y="9477603"/>
              <a:ext cx="2844000" cy="83734"/>
              <a:chOff x="366713" y="9477603"/>
              <a:chExt cx="2814021" cy="83734"/>
            </a:xfrm>
          </p:grpSpPr>
          <p:sp>
            <p:nvSpPr>
              <p:cNvPr id="60" name="Line 26"/>
              <p:cNvSpPr>
                <a:spLocks noChangeShapeType="1"/>
              </p:cNvSpPr>
              <p:nvPr/>
            </p:nvSpPr>
            <p:spPr bwMode="auto">
              <a:xfrm>
                <a:off x="366713" y="9520739"/>
                <a:ext cx="2812256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61" name="Line 27"/>
              <p:cNvSpPr>
                <a:spLocks noChangeShapeType="1"/>
              </p:cNvSpPr>
              <p:nvPr/>
            </p:nvSpPr>
            <p:spPr bwMode="auto">
              <a:xfrm>
                <a:off x="3180734" y="9477603"/>
                <a:ext cx="0" cy="83734"/>
              </a:xfrm>
              <a:prstGeom prst="line">
                <a:avLst/>
              </a:prstGeom>
              <a:noFill/>
              <a:ln w="127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57" name="그룹 56"/>
            <p:cNvGrpSpPr/>
            <p:nvPr userDrawn="1"/>
          </p:nvGrpSpPr>
          <p:grpSpPr>
            <a:xfrm flipH="1">
              <a:off x="3683801" y="9477603"/>
              <a:ext cx="2844000" cy="83734"/>
              <a:chOff x="366713" y="9477603"/>
              <a:chExt cx="2814021" cy="83734"/>
            </a:xfrm>
          </p:grpSpPr>
          <p:sp>
            <p:nvSpPr>
              <p:cNvPr id="58" name="Line 26"/>
              <p:cNvSpPr>
                <a:spLocks noChangeShapeType="1"/>
              </p:cNvSpPr>
              <p:nvPr/>
            </p:nvSpPr>
            <p:spPr bwMode="auto">
              <a:xfrm>
                <a:off x="366713" y="9520739"/>
                <a:ext cx="2812256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59" name="Line 27"/>
              <p:cNvSpPr>
                <a:spLocks noChangeShapeType="1"/>
              </p:cNvSpPr>
              <p:nvPr/>
            </p:nvSpPr>
            <p:spPr bwMode="auto">
              <a:xfrm>
                <a:off x="3180734" y="9477603"/>
                <a:ext cx="0" cy="83734"/>
              </a:xfrm>
              <a:prstGeom prst="line">
                <a:avLst/>
              </a:prstGeom>
              <a:noFill/>
              <a:ln w="127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</p:grpSp>
      <p:sp>
        <p:nvSpPr>
          <p:cNvPr id="62" name="Rectangle 24"/>
          <p:cNvSpPr>
            <a:spLocks noChangeArrowheads="1"/>
          </p:cNvSpPr>
          <p:nvPr userDrawn="1"/>
        </p:nvSpPr>
        <p:spPr bwMode="auto">
          <a:xfrm>
            <a:off x="3161195" y="9442678"/>
            <a:ext cx="53768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algn="ctr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b="0" kern="1200" spc="-30" baseline="0" dirty="0" smtClean="0">
                <a:ln>
                  <a:noFill/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IV - </a:t>
            </a:r>
            <a:fld id="{FE5B6C78-2B77-4BFC-88E3-F5948F31982E}" type="slidenum">
              <a:rPr kumimoji="1" lang="en-US" altLang="ko-KR" sz="800" b="0" kern="1200" spc="-30" baseline="0" smtClean="0">
                <a:ln>
                  <a:noFill/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pPr marL="0" algn="ctr" defTabSz="914400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 sz="800" b="0" kern="1200" spc="-30" baseline="0" dirty="0" smtClean="0">
              <a:ln>
                <a:noFill/>
              </a:ln>
              <a:solidFill>
                <a:srgbClr val="5F5F5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+mn-cs"/>
            </a:endParaRPr>
          </a:p>
        </p:txBody>
      </p:sp>
      <p:pic>
        <p:nvPicPr>
          <p:cNvPr id="41" name="그림 4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0200" y="9588446"/>
            <a:ext cx="558801" cy="189133"/>
          </a:xfrm>
          <a:prstGeom prst="rect">
            <a:avLst/>
          </a:prstGeom>
        </p:spPr>
      </p:pic>
      <p:sp>
        <p:nvSpPr>
          <p:cNvPr id="42" name="Text Box 9"/>
          <p:cNvSpPr txBox="1">
            <a:spLocks noChangeArrowheads="1"/>
          </p:cNvSpPr>
          <p:nvPr userDrawn="1"/>
        </p:nvSpPr>
        <p:spPr bwMode="auto">
          <a:xfrm>
            <a:off x="3520061" y="9655363"/>
            <a:ext cx="3016444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>
            <a:defPPr>
              <a:defRPr lang="ko-KR"/>
            </a:defPPr>
            <a:lvl1pPr marL="0" algn="r" defTabSz="957474" eaLnBrk="0" hangingPunct="0">
              <a:defRPr sz="7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457028" defTabSz="914057" eaLnBrk="1" hangingPunct="1">
              <a:defRPr sz="1800">
                <a:latin typeface="+mn-lt"/>
                <a:ea typeface="+mn-ea"/>
              </a:defRPr>
            </a:lvl2pPr>
            <a:lvl3pPr marL="914057" defTabSz="914057" eaLnBrk="1" hangingPunct="1">
              <a:defRPr sz="1800">
                <a:latin typeface="+mn-lt"/>
                <a:ea typeface="+mn-ea"/>
              </a:defRPr>
            </a:lvl3pPr>
            <a:lvl4pPr marL="1371084" defTabSz="914057" eaLnBrk="1" hangingPunct="1">
              <a:defRPr sz="1800">
                <a:latin typeface="+mn-lt"/>
                <a:ea typeface="+mn-ea"/>
              </a:defRPr>
            </a:lvl4pPr>
            <a:lvl5pPr marL="1828109" defTabSz="914057" eaLnBrk="1" hangingPunct="1">
              <a:defRPr sz="1800">
                <a:latin typeface="+mn-lt"/>
                <a:ea typeface="+mn-ea"/>
              </a:defRPr>
            </a:lvl5pPr>
            <a:lvl6pPr marL="2285133" defTabSz="914057">
              <a:defRPr sz="1800">
                <a:latin typeface="+mn-lt"/>
                <a:ea typeface="+mn-ea"/>
              </a:defRPr>
            </a:lvl6pPr>
            <a:lvl7pPr marL="2742172" defTabSz="914057">
              <a:defRPr sz="1800">
                <a:latin typeface="+mn-lt"/>
                <a:ea typeface="+mn-ea"/>
              </a:defRPr>
            </a:lvl7pPr>
            <a:lvl8pPr marL="3199191" defTabSz="914057">
              <a:defRPr sz="1800">
                <a:latin typeface="+mn-lt"/>
                <a:ea typeface="+mn-ea"/>
              </a:defRPr>
            </a:lvl8pPr>
            <a:lvl9pPr marL="3656218" defTabSz="914057">
              <a:defRPr sz="1800">
                <a:latin typeface="+mn-lt"/>
                <a:ea typeface="+mn-ea"/>
              </a:defRPr>
            </a:lvl9pPr>
          </a:lstStyle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smtClean="0">
                <a:ln>
                  <a:noFill/>
                </a:ln>
              </a:rPr>
              <a:t>Copyright 2025. Samsung SDS Co., Ltd. All rights reserved.  |  Confidential</a:t>
            </a:r>
          </a:p>
        </p:txBody>
      </p:sp>
      <p:sp>
        <p:nvSpPr>
          <p:cNvPr id="43" name="Rectangle 4"/>
          <p:cNvSpPr>
            <a:spLocks noChangeArrowheads="1"/>
          </p:cNvSpPr>
          <p:nvPr userDrawn="1"/>
        </p:nvSpPr>
        <p:spPr bwMode="auto">
          <a:xfrm>
            <a:off x="947888" y="9595602"/>
            <a:ext cx="2481111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D4E5F8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BBD6F3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>
            <a:spAutoFit/>
          </a:bodyPr>
          <a:lstStyle/>
          <a:p>
            <a:pPr marL="217488" indent="-217488" algn="l" defTabSz="914400" rtl="0" eaLnBrk="1" latinLnBrk="0" hangingPunct="1"/>
            <a:r>
              <a:rPr lang="ko-KR" altLang="en-US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공공안녕 위험 예방</a:t>
            </a:r>
            <a:r>
              <a:rPr lang="en-US" altLang="ko-KR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·</a:t>
            </a:r>
            <a:r>
              <a:rPr lang="ko-KR" altLang="en-US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대응 강화를 위한 </a:t>
            </a:r>
            <a:endParaRPr lang="en-US" altLang="ko-KR" sz="650" kern="1200" spc="-30" baseline="0" dirty="0" smtClean="0">
              <a:ln>
                <a:noFill/>
              </a:ln>
              <a:solidFill>
                <a:srgbClr val="787878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+mn-cs"/>
            </a:endParaRPr>
          </a:p>
          <a:p>
            <a:pPr marL="217488" indent="-217488" algn="l" defTabSz="914400" rtl="0" eaLnBrk="1" latinLnBrk="0" hangingPunct="1"/>
            <a:r>
              <a:rPr lang="ko-KR" altLang="en-US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인공지능</a:t>
            </a:r>
            <a:r>
              <a:rPr lang="en-US" altLang="ko-KR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·</a:t>
            </a:r>
            <a:r>
              <a:rPr lang="ko-KR" altLang="en-US" sz="650" kern="1200" spc="-30" baseline="0" dirty="0" err="1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빅데이터</a:t>
            </a:r>
            <a:r>
              <a:rPr lang="ko-KR" altLang="en-US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 기반 치안정보 </a:t>
            </a:r>
            <a:r>
              <a:rPr lang="en-US" altLang="ko-KR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『</a:t>
            </a:r>
            <a:r>
              <a:rPr lang="ko-KR" altLang="en-US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과학적 분석</a:t>
            </a:r>
            <a:r>
              <a:rPr lang="en-US" altLang="ko-KR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·</a:t>
            </a:r>
            <a:r>
              <a:rPr lang="ko-KR" altLang="en-US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예측</a:t>
            </a:r>
            <a:r>
              <a:rPr lang="en-US" altLang="ko-KR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·</a:t>
            </a:r>
            <a:r>
              <a:rPr lang="ko-KR" altLang="en-US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관리</a:t>
            </a:r>
            <a:r>
              <a:rPr lang="en-US" altLang="ko-KR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』 </a:t>
            </a:r>
            <a:r>
              <a:rPr lang="ko-KR" altLang="en-US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디지털 플랫폼 구축</a:t>
            </a: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4114817" y="160337"/>
            <a:ext cx="2593723" cy="196926"/>
            <a:chOff x="4114817" y="160337"/>
            <a:chExt cx="2593723" cy="196926"/>
          </a:xfrm>
        </p:grpSpPr>
        <p:sp>
          <p:nvSpPr>
            <p:cNvPr id="45" name="타원 44"/>
            <p:cNvSpPr/>
            <p:nvPr/>
          </p:nvSpPr>
          <p:spPr bwMode="gray">
            <a:xfrm>
              <a:off x="6191598" y="160337"/>
              <a:ext cx="196926" cy="196926"/>
            </a:xfrm>
            <a:prstGeom prst="ellipse">
              <a:avLst/>
            </a:prstGeom>
            <a:solidFill>
              <a:srgbClr val="708490">
                <a:alpha val="30000"/>
              </a:srgbClr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900" b="1" dirty="0">
                <a:ln>
                  <a:noFill/>
                </a:ln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223882" y="189550"/>
              <a:ext cx="141882" cy="1384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ko-KR"/>
              </a:defPPr>
              <a:lvl1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100" b="0" spc="-150" baseline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ko-KR" sz="900" spc="0" dirty="0" smtClean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VI</a:t>
              </a:r>
              <a:endParaRPr lang="ko-KR" altLang="en-US" sz="900" spc="0" dirty="0">
                <a:ln>
                  <a:noFill/>
                </a:ln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65" name="타원 64"/>
            <p:cNvSpPr/>
            <p:nvPr/>
          </p:nvSpPr>
          <p:spPr bwMode="gray">
            <a:xfrm>
              <a:off x="5923310" y="160337"/>
              <a:ext cx="196926" cy="196926"/>
            </a:xfrm>
            <a:prstGeom prst="ellipse">
              <a:avLst/>
            </a:prstGeom>
            <a:solidFill>
              <a:srgbClr val="708490">
                <a:alpha val="30000"/>
              </a:srgbClr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900" b="1" dirty="0">
                <a:ln>
                  <a:noFill/>
                </a:ln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953023" y="189550"/>
              <a:ext cx="137500" cy="1384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ko-KR"/>
              </a:defPPr>
              <a:lvl1pPr lvl="0" algn="ctr">
                <a:defRPr sz="1200" b="0" spc="-50" baseline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Times New Roman" panose="02020603050405020304" pitchFamily="18" charset="0"/>
                </a:defRPr>
              </a:lvl1pPr>
            </a:lstStyle>
            <a:p>
              <a:pPr lvl="0" latinLnBrk="0"/>
              <a:r>
                <a:rPr kumimoji="1" lang="en-US" altLang="ko-KR" sz="900" spc="0" dirty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Ⅴ</a:t>
              </a:r>
              <a:endParaRPr kumimoji="1" lang="ko-KR" altLang="en-US" sz="900" spc="0" dirty="0">
                <a:ln>
                  <a:noFill/>
                </a:ln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68" name="타원 67"/>
            <p:cNvSpPr/>
            <p:nvPr/>
          </p:nvSpPr>
          <p:spPr bwMode="gray">
            <a:xfrm>
              <a:off x="4362470" y="160337"/>
              <a:ext cx="196926" cy="196926"/>
            </a:xfrm>
            <a:prstGeom prst="ellipse">
              <a:avLst/>
            </a:prstGeom>
            <a:solidFill>
              <a:srgbClr val="708490">
                <a:alpha val="30000"/>
              </a:srgbClr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900" b="1" dirty="0">
                <a:ln>
                  <a:noFill/>
                </a:ln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402752" y="189550"/>
              <a:ext cx="126930" cy="1384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ko-KR"/>
              </a:defPPr>
              <a:lvl1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100" b="0" spc="-150" baseline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Times New Roman" panose="02020603050405020304" pitchFamily="18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kern="1200" spc="0" baseline="0" dirty="0" smtClean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  <a:cs typeface="Times New Roman" panose="02020603050405020304" pitchFamily="18" charset="0"/>
                </a:rPr>
                <a:t>II</a:t>
              </a:r>
              <a:endParaRPr kumimoji="1" lang="ko-KR" altLang="en-US" sz="900" b="0" kern="1200" spc="0" baseline="0" dirty="0" smtClean="0">
                <a:ln>
                  <a:noFill/>
                </a:ln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endParaRPr>
            </a:p>
          </p:txBody>
        </p:sp>
        <p:grpSp>
          <p:nvGrpSpPr>
            <p:cNvPr id="71" name="그룹 70"/>
            <p:cNvGrpSpPr/>
            <p:nvPr/>
          </p:nvGrpSpPr>
          <p:grpSpPr>
            <a:xfrm>
              <a:off x="4871953" y="160337"/>
              <a:ext cx="196926" cy="196926"/>
              <a:chOff x="4709517" y="668524"/>
              <a:chExt cx="196926" cy="196926"/>
            </a:xfrm>
          </p:grpSpPr>
          <p:sp>
            <p:nvSpPr>
              <p:cNvPr id="75" name="타원 74"/>
              <p:cNvSpPr/>
              <p:nvPr/>
            </p:nvSpPr>
            <p:spPr bwMode="gray">
              <a:xfrm>
                <a:off x="4709517" y="668524"/>
                <a:ext cx="196926" cy="196926"/>
              </a:xfrm>
              <a:prstGeom prst="ellipse">
                <a:avLst/>
              </a:prstGeom>
              <a:solidFill>
                <a:srgbClr val="004B98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 lvl="0" algn="ctr" fontAlgn="base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ko-KR" altLang="en-US" sz="1200" dirty="0">
                  <a:ln>
                    <a:noFill/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4735261" y="697737"/>
                <a:ext cx="14543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marR="0" lvl="0" indent="0" algn="ctr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050" b="0" spc="-1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>
                        <a:lumMod val="95000"/>
                      </a:schemeClr>
                    </a:solidFill>
                    <a:latin typeface="Times New Roman" panose="02020603050405020304" pitchFamily="18" charset="0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>
                  <a:defRPr/>
                </a:pPr>
                <a:r>
                  <a:rPr lang="en-US" altLang="ko-KR" sz="900" spc="0" dirty="0" smtClean="0">
                    <a:ln>
                      <a:noFill/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IV</a:t>
                </a:r>
                <a:endParaRPr lang="ko-KR" altLang="en-US" sz="900" spc="0" dirty="0">
                  <a:ln>
                    <a:noFill/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72" name="그룹 71"/>
            <p:cNvGrpSpPr/>
            <p:nvPr/>
          </p:nvGrpSpPr>
          <p:grpSpPr>
            <a:xfrm>
              <a:off x="5053438" y="174162"/>
              <a:ext cx="830416" cy="169277"/>
              <a:chOff x="4094077" y="1092982"/>
              <a:chExt cx="830416" cy="169277"/>
            </a:xfrm>
          </p:grpSpPr>
          <p:sp>
            <p:nvSpPr>
              <p:cNvPr id="73" name="Rectangle 19"/>
              <p:cNvSpPr>
                <a:spLocks noChangeArrowheads="1"/>
              </p:cNvSpPr>
              <p:nvPr/>
            </p:nvSpPr>
            <p:spPr bwMode="gray">
              <a:xfrm>
                <a:off x="4216710" y="1092982"/>
                <a:ext cx="707783" cy="1692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DCDCD">
                        <a:alpha val="50195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96969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7200" bIns="0" anchor="ctr">
                <a:spAutoFit/>
              </a:bodyPr>
              <a:lstStyle/>
              <a:p>
                <a:pPr fontAlgn="ctr" latinLnBrk="0">
                  <a:spcBef>
                    <a:spcPct val="0"/>
                  </a:spcBef>
                  <a:spcAft>
                    <a:spcPct val="0"/>
                  </a:spcAft>
                  <a:buFont typeface="Symbol" pitchFamily="18" charset="2"/>
                  <a:buNone/>
                </a:pPr>
                <a:r>
                  <a:rPr kumimoji="1" lang="ko-KR" altLang="en-US" sz="1100" dirty="0" smtClean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성능 및 품질</a:t>
                </a:r>
                <a:endParaRPr kumimoji="1" lang="ko-KR" altLang="en-US" sz="110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cxnSp>
            <p:nvCxnSpPr>
              <p:cNvPr id="74" name="직선 연결선 73"/>
              <p:cNvCxnSpPr/>
              <p:nvPr/>
            </p:nvCxnSpPr>
            <p:spPr>
              <a:xfrm>
                <a:off x="4094077" y="1177620"/>
                <a:ext cx="92729" cy="0"/>
              </a:xfrm>
              <a:prstGeom prst="line">
                <a:avLst/>
              </a:prstGeom>
              <a:ln w="12700">
                <a:solidFill>
                  <a:srgbClr val="004B98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" name="타원 83"/>
            <p:cNvSpPr/>
            <p:nvPr/>
          </p:nvSpPr>
          <p:spPr bwMode="gray">
            <a:xfrm>
              <a:off x="6450361" y="160337"/>
              <a:ext cx="196926" cy="196926"/>
            </a:xfrm>
            <a:prstGeom prst="ellipse">
              <a:avLst/>
            </a:prstGeom>
            <a:solidFill>
              <a:srgbClr val="708490">
                <a:alpha val="30000"/>
              </a:srgbClr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900" b="1" dirty="0">
                <a:ln>
                  <a:noFill/>
                </a:ln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6398632" y="189550"/>
              <a:ext cx="309908" cy="1384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ko-KR"/>
              </a:defPPr>
              <a:lvl1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100" b="0" spc="-150" baseline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Times New Roman" panose="02020603050405020304" pitchFamily="18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spc="0" smtClean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VII</a:t>
              </a:r>
              <a:endParaRPr lang="ko-KR" altLang="en-US" sz="900" spc="0" dirty="0">
                <a:ln>
                  <a:noFill/>
                </a:ln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92" name="타원 91"/>
            <p:cNvSpPr/>
            <p:nvPr/>
          </p:nvSpPr>
          <p:spPr bwMode="gray">
            <a:xfrm>
              <a:off x="4616540" y="160337"/>
              <a:ext cx="196926" cy="196926"/>
            </a:xfrm>
            <a:prstGeom prst="ellipse">
              <a:avLst/>
            </a:prstGeom>
            <a:solidFill>
              <a:srgbClr val="708490">
                <a:alpha val="30000"/>
              </a:srgbClr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900" b="1" dirty="0">
                <a:ln>
                  <a:noFill/>
                </a:ln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4646253" y="189550"/>
              <a:ext cx="137500" cy="1384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ko-KR"/>
              </a:defPPr>
              <a:lvl1pPr lvl="0" algn="ctr">
                <a:defRPr sz="1200" b="0" spc="-50" baseline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Times New Roman" panose="02020603050405020304" pitchFamily="18" charset="0"/>
                </a:defRPr>
              </a:lvl1pPr>
            </a:lstStyle>
            <a:p>
              <a:pPr lvl="0">
                <a:defRPr/>
              </a:pPr>
              <a:r>
                <a:rPr lang="en-US" altLang="ko-KR" sz="900" spc="0" dirty="0" smtClean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III</a:t>
              </a:r>
              <a:endParaRPr lang="ko-KR" altLang="en-US" sz="900" spc="0" dirty="0">
                <a:ln>
                  <a:noFill/>
                </a:ln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grpSp>
          <p:nvGrpSpPr>
            <p:cNvPr id="3" name="그룹 2"/>
            <p:cNvGrpSpPr/>
            <p:nvPr userDrawn="1"/>
          </p:nvGrpSpPr>
          <p:grpSpPr>
            <a:xfrm>
              <a:off x="4114817" y="160337"/>
              <a:ext cx="196926" cy="196926"/>
              <a:chOff x="3827909" y="160337"/>
              <a:chExt cx="196926" cy="196926"/>
            </a:xfrm>
          </p:grpSpPr>
          <p:sp>
            <p:nvSpPr>
              <p:cNvPr id="111" name="타원 110"/>
              <p:cNvSpPr/>
              <p:nvPr userDrawn="1"/>
            </p:nvSpPr>
            <p:spPr bwMode="gray">
              <a:xfrm>
                <a:off x="3827909" y="160337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2" name="TextBox 111"/>
              <p:cNvSpPr txBox="1"/>
              <p:nvPr userDrawn="1"/>
            </p:nvSpPr>
            <p:spPr>
              <a:xfrm>
                <a:off x="3868191" y="189550"/>
                <a:ext cx="12693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marR="0" lvl="0" indent="0" algn="ctr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100" b="0" spc="-1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900" b="0" kern="1200" spc="0" baseline="0" dirty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rPr>
                  <a:t>I</a:t>
                </a:r>
                <a:endParaRPr kumimoji="1" lang="ko-KR" altLang="en-US" sz="900" b="0" kern="1200" spc="0" baseline="0" dirty="0" smtClean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5089636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V장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그룹 53"/>
          <p:cNvGrpSpPr/>
          <p:nvPr userDrawn="1"/>
        </p:nvGrpSpPr>
        <p:grpSpPr>
          <a:xfrm>
            <a:off x="0" y="-1"/>
            <a:ext cx="6858000" cy="2000673"/>
            <a:chOff x="0" y="-1"/>
            <a:chExt cx="6858000" cy="2000673"/>
          </a:xfrm>
        </p:grpSpPr>
        <p:sp>
          <p:nvSpPr>
            <p:cNvPr id="55" name="직사각형 54"/>
            <p:cNvSpPr/>
            <p:nvPr userDrawn="1"/>
          </p:nvSpPr>
          <p:spPr>
            <a:xfrm>
              <a:off x="0" y="-1"/>
              <a:ext cx="6858000" cy="781051"/>
            </a:xfrm>
            <a:prstGeom prst="rect">
              <a:avLst/>
            </a:prstGeom>
            <a:solidFill>
              <a:srgbClr val="E4ED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>
                <a:ln>
                  <a:noFill/>
                </a:ln>
              </a:endParaRPr>
            </a:p>
          </p:txBody>
        </p:sp>
        <p:sp>
          <p:nvSpPr>
            <p:cNvPr id="56" name="직사각형 55"/>
            <p:cNvSpPr/>
            <p:nvPr userDrawn="1"/>
          </p:nvSpPr>
          <p:spPr>
            <a:xfrm>
              <a:off x="167640" y="441399"/>
              <a:ext cx="6522720" cy="15592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noFill/>
                </a:ln>
              </a:endParaRPr>
            </a:p>
          </p:txBody>
        </p:sp>
      </p:grpSp>
      <p:grpSp>
        <p:nvGrpSpPr>
          <p:cNvPr id="46" name="그룹 45"/>
          <p:cNvGrpSpPr/>
          <p:nvPr userDrawn="1"/>
        </p:nvGrpSpPr>
        <p:grpSpPr>
          <a:xfrm>
            <a:off x="330201" y="9455378"/>
            <a:ext cx="6197600" cy="83734"/>
            <a:chOff x="330201" y="9477603"/>
            <a:chExt cx="6197600" cy="83734"/>
          </a:xfrm>
        </p:grpSpPr>
        <p:grpSp>
          <p:nvGrpSpPr>
            <p:cNvPr id="47" name="그룹 46"/>
            <p:cNvGrpSpPr/>
            <p:nvPr userDrawn="1"/>
          </p:nvGrpSpPr>
          <p:grpSpPr>
            <a:xfrm>
              <a:off x="330201" y="9477603"/>
              <a:ext cx="2844000" cy="83734"/>
              <a:chOff x="366713" y="9477603"/>
              <a:chExt cx="2814021" cy="83734"/>
            </a:xfrm>
          </p:grpSpPr>
          <p:sp>
            <p:nvSpPr>
              <p:cNvPr id="52" name="Line 26"/>
              <p:cNvSpPr>
                <a:spLocks noChangeShapeType="1"/>
              </p:cNvSpPr>
              <p:nvPr/>
            </p:nvSpPr>
            <p:spPr bwMode="auto">
              <a:xfrm>
                <a:off x="366713" y="9520739"/>
                <a:ext cx="2812256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53" name="Line 27"/>
              <p:cNvSpPr>
                <a:spLocks noChangeShapeType="1"/>
              </p:cNvSpPr>
              <p:nvPr/>
            </p:nvSpPr>
            <p:spPr bwMode="auto">
              <a:xfrm>
                <a:off x="3180734" y="9477603"/>
                <a:ext cx="0" cy="83734"/>
              </a:xfrm>
              <a:prstGeom prst="line">
                <a:avLst/>
              </a:prstGeom>
              <a:noFill/>
              <a:ln w="127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49" name="그룹 48"/>
            <p:cNvGrpSpPr/>
            <p:nvPr userDrawn="1"/>
          </p:nvGrpSpPr>
          <p:grpSpPr>
            <a:xfrm flipH="1">
              <a:off x="3683801" y="9477603"/>
              <a:ext cx="2844000" cy="83734"/>
              <a:chOff x="366713" y="9477603"/>
              <a:chExt cx="2814021" cy="83734"/>
            </a:xfrm>
          </p:grpSpPr>
          <p:sp>
            <p:nvSpPr>
              <p:cNvPr id="50" name="Line 26"/>
              <p:cNvSpPr>
                <a:spLocks noChangeShapeType="1"/>
              </p:cNvSpPr>
              <p:nvPr/>
            </p:nvSpPr>
            <p:spPr bwMode="auto">
              <a:xfrm>
                <a:off x="366713" y="9520739"/>
                <a:ext cx="2812256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51" name="Line 27"/>
              <p:cNvSpPr>
                <a:spLocks noChangeShapeType="1"/>
              </p:cNvSpPr>
              <p:nvPr/>
            </p:nvSpPr>
            <p:spPr bwMode="auto">
              <a:xfrm>
                <a:off x="3180734" y="9477603"/>
                <a:ext cx="0" cy="83734"/>
              </a:xfrm>
              <a:prstGeom prst="line">
                <a:avLst/>
              </a:prstGeom>
              <a:noFill/>
              <a:ln w="127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</p:grpSp>
      <p:sp>
        <p:nvSpPr>
          <p:cNvPr id="63" name="Rectangle 24"/>
          <p:cNvSpPr>
            <a:spLocks noChangeArrowheads="1"/>
          </p:cNvSpPr>
          <p:nvPr userDrawn="1"/>
        </p:nvSpPr>
        <p:spPr bwMode="auto">
          <a:xfrm>
            <a:off x="3161195" y="9442678"/>
            <a:ext cx="53768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algn="ctr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b="0" kern="1200" spc="-30" baseline="0" dirty="0" smtClean="0">
                <a:ln>
                  <a:noFill/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V - </a:t>
            </a:r>
            <a:fld id="{FE5B6C78-2B77-4BFC-88E3-F5948F31982E}" type="slidenum">
              <a:rPr kumimoji="1" lang="en-US" altLang="ko-KR" sz="800" b="0" kern="1200" spc="-30" baseline="0" smtClean="0">
                <a:ln>
                  <a:noFill/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pPr marL="0" algn="ctr" defTabSz="914400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 sz="800" b="0" kern="1200" spc="-30" baseline="0" dirty="0" smtClean="0">
              <a:ln>
                <a:noFill/>
              </a:ln>
              <a:solidFill>
                <a:srgbClr val="5F5F5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+mn-cs"/>
            </a:endParaRPr>
          </a:p>
        </p:txBody>
      </p:sp>
      <p:grpSp>
        <p:nvGrpSpPr>
          <p:cNvPr id="40" name="그룹 39"/>
          <p:cNvGrpSpPr/>
          <p:nvPr userDrawn="1"/>
        </p:nvGrpSpPr>
        <p:grpSpPr>
          <a:xfrm>
            <a:off x="330200" y="9588446"/>
            <a:ext cx="6206305" cy="207211"/>
            <a:chOff x="330200" y="9588446"/>
            <a:chExt cx="6206305" cy="207211"/>
          </a:xfrm>
        </p:grpSpPr>
        <p:pic>
          <p:nvPicPr>
            <p:cNvPr id="41" name="그림 40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30200" y="9588446"/>
              <a:ext cx="558801" cy="189133"/>
            </a:xfrm>
            <a:prstGeom prst="rect">
              <a:avLst/>
            </a:prstGeom>
          </p:spPr>
        </p:pic>
        <p:sp>
          <p:nvSpPr>
            <p:cNvPr id="42" name="Text Box 9"/>
            <p:cNvSpPr txBox="1">
              <a:spLocks noChangeArrowheads="1"/>
            </p:cNvSpPr>
            <p:nvPr userDrawn="1"/>
          </p:nvSpPr>
          <p:spPr bwMode="auto">
            <a:xfrm>
              <a:off x="3520061" y="9655363"/>
              <a:ext cx="3016444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>
              <a:defPPr>
                <a:defRPr lang="ko-KR"/>
              </a:defPPr>
              <a:lvl1pPr marL="0" algn="r" defTabSz="957474" eaLnBrk="0" hangingPunct="0">
                <a:defRPr sz="7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defRPr>
              </a:lvl1pPr>
              <a:lvl2pPr marL="457028" defTabSz="914057" eaLnBrk="1" hangingPunct="1">
                <a:defRPr sz="1800">
                  <a:latin typeface="+mn-lt"/>
                  <a:ea typeface="+mn-ea"/>
                </a:defRPr>
              </a:lvl2pPr>
              <a:lvl3pPr marL="914057" defTabSz="914057" eaLnBrk="1" hangingPunct="1">
                <a:defRPr sz="1800">
                  <a:latin typeface="+mn-lt"/>
                  <a:ea typeface="+mn-ea"/>
                </a:defRPr>
              </a:lvl3pPr>
              <a:lvl4pPr marL="1371084" defTabSz="914057" eaLnBrk="1" hangingPunct="1">
                <a:defRPr sz="1800">
                  <a:latin typeface="+mn-lt"/>
                  <a:ea typeface="+mn-ea"/>
                </a:defRPr>
              </a:lvl4pPr>
              <a:lvl5pPr marL="1828109" defTabSz="914057" eaLnBrk="1" hangingPunct="1">
                <a:defRPr sz="1800">
                  <a:latin typeface="+mn-lt"/>
                  <a:ea typeface="+mn-ea"/>
                </a:defRPr>
              </a:lvl5pPr>
              <a:lvl6pPr marL="2285133" defTabSz="914057">
                <a:defRPr sz="1800">
                  <a:latin typeface="+mn-lt"/>
                  <a:ea typeface="+mn-ea"/>
                </a:defRPr>
              </a:lvl6pPr>
              <a:lvl7pPr marL="2742172" defTabSz="914057">
                <a:defRPr sz="1800">
                  <a:latin typeface="+mn-lt"/>
                  <a:ea typeface="+mn-ea"/>
                </a:defRPr>
              </a:lvl7pPr>
              <a:lvl8pPr marL="3199191" defTabSz="914057">
                <a:defRPr sz="1800">
                  <a:latin typeface="+mn-lt"/>
                  <a:ea typeface="+mn-ea"/>
                </a:defRPr>
              </a:lvl8pPr>
              <a:lvl9pPr marL="3656218" defTabSz="914057">
                <a:defRPr sz="1800">
                  <a:latin typeface="+mn-lt"/>
                  <a:ea typeface="+mn-ea"/>
                </a:defRPr>
              </a:lvl9pPr>
            </a:lstStyle>
            <a:p>
              <a:pPr lvl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dirty="0" smtClean="0">
                  <a:ln>
                    <a:noFill/>
                  </a:ln>
                </a:rPr>
                <a:t>Copyright 2025. Samsung SDS Co., Ltd. All rights reserved.  |  Confidential</a:t>
              </a:r>
            </a:p>
          </p:txBody>
        </p:sp>
        <p:sp>
          <p:nvSpPr>
            <p:cNvPr id="43" name="Rectangle 4"/>
            <p:cNvSpPr>
              <a:spLocks noChangeArrowheads="1"/>
            </p:cNvSpPr>
            <p:nvPr userDrawn="1"/>
          </p:nvSpPr>
          <p:spPr bwMode="auto">
            <a:xfrm>
              <a:off x="947888" y="9595602"/>
              <a:ext cx="2481111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4E5F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BBD6F3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>
              <a:spAutoFit/>
            </a:bodyPr>
            <a:lstStyle/>
            <a:p>
              <a:pPr marL="217488" indent="-217488" algn="l" defTabSz="914400" rtl="0" eaLnBrk="1" latinLnBrk="0" hangingPunct="1"/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공공안녕 위험 예방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대응 강화를 위한 </a:t>
              </a:r>
              <a:endParaRPr lang="en-US" altLang="ko-KR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endParaRPr>
            </a:p>
            <a:p>
              <a:pPr marL="217488" indent="-217488" algn="l" defTabSz="914400" rtl="0" eaLnBrk="1" latinLnBrk="0" hangingPunct="1"/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인공지능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err="1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빅데이터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 기반 치안정보 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『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과학적 분석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예측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관리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』 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디지털 플랫폼 구축</a:t>
              </a:r>
            </a:p>
          </p:txBody>
        </p:sp>
      </p:grpSp>
      <p:grpSp>
        <p:nvGrpSpPr>
          <p:cNvPr id="3" name="그룹 2"/>
          <p:cNvGrpSpPr/>
          <p:nvPr userDrawn="1"/>
        </p:nvGrpSpPr>
        <p:grpSpPr>
          <a:xfrm>
            <a:off x="4033240" y="160337"/>
            <a:ext cx="2675300" cy="196926"/>
            <a:chOff x="4033240" y="160337"/>
            <a:chExt cx="2675300" cy="196926"/>
          </a:xfrm>
        </p:grpSpPr>
        <p:sp>
          <p:nvSpPr>
            <p:cNvPr id="57" name="타원 56"/>
            <p:cNvSpPr/>
            <p:nvPr/>
          </p:nvSpPr>
          <p:spPr bwMode="gray">
            <a:xfrm>
              <a:off x="6191598" y="160337"/>
              <a:ext cx="196926" cy="196926"/>
            </a:xfrm>
            <a:prstGeom prst="ellipse">
              <a:avLst/>
            </a:prstGeom>
            <a:solidFill>
              <a:srgbClr val="708490">
                <a:alpha val="30000"/>
              </a:srgbClr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900" b="1" dirty="0">
                <a:ln>
                  <a:noFill/>
                </a:ln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223882" y="189550"/>
              <a:ext cx="141882" cy="1384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ko-KR"/>
              </a:defPPr>
              <a:lvl1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100" b="0" spc="-150" baseline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ko-KR" sz="900" spc="0" dirty="0" smtClean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VI</a:t>
              </a:r>
              <a:endParaRPr lang="ko-KR" altLang="en-US" sz="900" spc="0" dirty="0">
                <a:ln>
                  <a:noFill/>
                </a:ln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67" name="타원 66"/>
            <p:cNvSpPr/>
            <p:nvPr/>
          </p:nvSpPr>
          <p:spPr bwMode="gray">
            <a:xfrm>
              <a:off x="6450361" y="160337"/>
              <a:ext cx="196926" cy="196926"/>
            </a:xfrm>
            <a:prstGeom prst="ellipse">
              <a:avLst/>
            </a:prstGeom>
            <a:solidFill>
              <a:srgbClr val="708490">
                <a:alpha val="30000"/>
              </a:srgbClr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900" b="1" dirty="0">
                <a:ln>
                  <a:noFill/>
                </a:ln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6398632" y="189550"/>
              <a:ext cx="309908" cy="1384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ko-KR"/>
              </a:defPPr>
              <a:lvl1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100" b="0" spc="-150" baseline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Times New Roman" panose="02020603050405020304" pitchFamily="18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spc="0" dirty="0" smtClean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VII</a:t>
              </a:r>
              <a:endParaRPr lang="ko-KR" altLang="en-US" sz="900" spc="0" dirty="0">
                <a:ln>
                  <a:noFill/>
                </a:ln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grpSp>
          <p:nvGrpSpPr>
            <p:cNvPr id="5" name="그룹 4"/>
            <p:cNvGrpSpPr/>
            <p:nvPr userDrawn="1"/>
          </p:nvGrpSpPr>
          <p:grpSpPr>
            <a:xfrm>
              <a:off x="4033240" y="160337"/>
              <a:ext cx="2101285" cy="196926"/>
              <a:chOff x="3864322" y="160337"/>
              <a:chExt cx="2101285" cy="196926"/>
            </a:xfrm>
          </p:grpSpPr>
          <p:sp>
            <p:nvSpPr>
              <p:cNvPr id="61" name="타원 60"/>
              <p:cNvSpPr/>
              <p:nvPr/>
            </p:nvSpPr>
            <p:spPr bwMode="gray">
              <a:xfrm>
                <a:off x="4362470" y="160337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4402752" y="189550"/>
                <a:ext cx="12693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marR="0" lvl="0" indent="0" algn="ctr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100" b="0" spc="-1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 lvl="0">
                  <a:defRPr/>
                </a:pPr>
                <a:r>
                  <a:rPr lang="en-US" altLang="ko-KR" sz="900" spc="0" dirty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III</a:t>
                </a:r>
                <a:endParaRPr lang="ko-KR" altLang="en-US" sz="900" spc="0" dirty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grpSp>
            <p:nvGrpSpPr>
              <p:cNvPr id="4" name="그룹 3"/>
              <p:cNvGrpSpPr/>
              <p:nvPr userDrawn="1"/>
            </p:nvGrpSpPr>
            <p:grpSpPr>
              <a:xfrm>
                <a:off x="4871953" y="160337"/>
                <a:ext cx="1093654" cy="196926"/>
                <a:chOff x="4871953" y="160337"/>
                <a:chExt cx="1093654" cy="196926"/>
              </a:xfrm>
            </p:grpSpPr>
            <p:grpSp>
              <p:nvGrpSpPr>
                <p:cNvPr id="65" name="그룹 64"/>
                <p:cNvGrpSpPr/>
                <p:nvPr/>
              </p:nvGrpSpPr>
              <p:grpSpPr>
                <a:xfrm>
                  <a:off x="4871953" y="160337"/>
                  <a:ext cx="196926" cy="196926"/>
                  <a:chOff x="4709517" y="668524"/>
                  <a:chExt cx="196926" cy="196926"/>
                </a:xfrm>
              </p:grpSpPr>
              <p:sp>
                <p:nvSpPr>
                  <p:cNvPr id="76" name="타원 75"/>
                  <p:cNvSpPr/>
                  <p:nvPr/>
                </p:nvSpPr>
                <p:spPr bwMode="gray">
                  <a:xfrm>
                    <a:off x="4709517" y="668524"/>
                    <a:ext cx="196926" cy="196926"/>
                  </a:xfrm>
                  <a:prstGeom prst="ellipse">
                    <a:avLst/>
                  </a:prstGeom>
                  <a:solidFill>
                    <a:srgbClr val="004B98"/>
                  </a:solidFill>
                  <a:ln>
                    <a:noFill/>
                  </a:ln>
                  <a:effectLst/>
                  <a:extLst/>
                </p:spPr>
                <p:txBody>
                  <a:bodyPr wrap="none" anchor="ctr"/>
                  <a:lstStyle/>
                  <a:p>
                    <a:pPr lvl="0" algn="ctr" fontAlgn="base">
                      <a:lnSpc>
                        <a:spcPct val="11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ko-KR" altLang="en-US" sz="1200" dirty="0">
                      <a:ln>
                        <a:noFill/>
                      </a:ln>
                      <a:latin typeface="KoPub돋움체 Bold" panose="02020603020101020101" pitchFamily="18" charset="-127"/>
                      <a:ea typeface="KoPub돋움체 Bold" panose="02020603020101020101" pitchFamily="18" charset="-127"/>
                    </a:endParaRPr>
                  </a:p>
                </p:txBody>
              </p:sp>
              <p:sp>
                <p:nvSpPr>
                  <p:cNvPr id="77" name="TextBox 76"/>
                  <p:cNvSpPr txBox="1"/>
                  <p:nvPr/>
                </p:nvSpPr>
                <p:spPr>
                  <a:xfrm>
                    <a:off x="4735261" y="697737"/>
                    <a:ext cx="145438" cy="1384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spAutoFit/>
                  </a:bodyPr>
                  <a:lstStyle>
                    <a:defPPr>
                      <a:defRPr lang="ko-KR"/>
                    </a:defPPr>
                    <a:lvl1pPr marR="0" lvl="0" indent="0" algn="ctr" fontAlgn="auto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kumimoji="1" sz="1050" b="0" spc="-150" baseline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Times New Roman" panose="02020603050405020304" pitchFamily="18" charset="0"/>
                        <a:ea typeface="KoPub돋움체 Bold" panose="02020603020101020101" pitchFamily="18" charset="-127"/>
                        <a:cs typeface="Times New Roman" panose="02020603050405020304" pitchFamily="18" charset="0"/>
                      </a:defRPr>
                    </a:lvl1pPr>
                  </a:lstStyle>
                  <a:p>
                    <a:pPr>
                      <a:defRPr/>
                    </a:pPr>
                    <a:r>
                      <a:rPr lang="en-US" altLang="ko-KR" sz="900" spc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rPr>
                      <a:t>V</a:t>
                    </a:r>
                    <a:endParaRPr lang="ko-KR" altLang="en-US" sz="900" spc="0" dirty="0">
                      <a:ln>
                        <a:noFill/>
                      </a:ln>
                      <a:solidFill>
                        <a:schemeClr val="bg1"/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endParaRPr>
                  </a:p>
                </p:txBody>
              </p:sp>
            </p:grpSp>
            <p:grpSp>
              <p:nvGrpSpPr>
                <p:cNvPr id="66" name="그룹 65"/>
                <p:cNvGrpSpPr/>
                <p:nvPr/>
              </p:nvGrpSpPr>
              <p:grpSpPr>
                <a:xfrm>
                  <a:off x="5053438" y="174162"/>
                  <a:ext cx="912169" cy="169277"/>
                  <a:chOff x="4094077" y="1092982"/>
                  <a:chExt cx="912169" cy="169277"/>
                </a:xfrm>
              </p:grpSpPr>
              <p:sp>
                <p:nvSpPr>
                  <p:cNvPr id="74" name="Rectangle 19"/>
                  <p:cNvSpPr>
                    <a:spLocks noChangeArrowheads="1"/>
                  </p:cNvSpPr>
                  <p:nvPr/>
                </p:nvSpPr>
                <p:spPr bwMode="gray">
                  <a:xfrm>
                    <a:off x="4216710" y="1092982"/>
                    <a:ext cx="789536" cy="16927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DCDCD">
                            <a:alpha val="50195"/>
                          </a:srgbClr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969696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0" tIns="0" rIns="7200" bIns="0" anchor="ctr">
                    <a:spAutoFit/>
                  </a:bodyPr>
                  <a:lstStyle/>
                  <a:p>
                    <a:pPr fontAlgn="ctr" latinLnBrk="0">
                      <a:spcBef>
                        <a:spcPct val="0"/>
                      </a:spcBef>
                      <a:spcAft>
                        <a:spcPct val="0"/>
                      </a:spcAft>
                      <a:buFont typeface="Symbol" pitchFamily="18" charset="2"/>
                      <a:buNone/>
                    </a:pPr>
                    <a:r>
                      <a:rPr kumimoji="1" lang="ko-KR" altLang="en-US" sz="1100" dirty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rPr>
                      <a:t>프로젝트 관리</a:t>
                    </a:r>
                    <a:endParaRPr kumimoji="1" lang="ko-KR" altLang="en-US" sz="110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endParaRPr>
                  </a:p>
                </p:txBody>
              </p:sp>
              <p:cxnSp>
                <p:nvCxnSpPr>
                  <p:cNvPr id="75" name="직선 연결선 74"/>
                  <p:cNvCxnSpPr/>
                  <p:nvPr/>
                </p:nvCxnSpPr>
                <p:spPr>
                  <a:xfrm>
                    <a:off x="4094077" y="1177620"/>
                    <a:ext cx="92729" cy="0"/>
                  </a:xfrm>
                  <a:prstGeom prst="line">
                    <a:avLst/>
                  </a:prstGeom>
                  <a:ln w="12700">
                    <a:solidFill>
                      <a:srgbClr val="004B98"/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9" name="타원 68"/>
              <p:cNvSpPr/>
              <p:nvPr/>
            </p:nvSpPr>
            <p:spPr bwMode="gray">
              <a:xfrm>
                <a:off x="4616540" y="160337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4646253" y="189550"/>
                <a:ext cx="13750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lvl="0" algn="ctr">
                  <a:defRPr sz="1200" b="0" spc="-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>
                  <a:defRPr/>
                </a:pPr>
                <a:r>
                  <a:rPr lang="en-US" altLang="ko-KR" sz="900" spc="0" dirty="0" smtClean="0">
                    <a:ln>
                      <a:noFill/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IV</a:t>
                </a:r>
                <a:endParaRPr lang="ko-KR" altLang="en-US" sz="900" spc="0" dirty="0">
                  <a:ln>
                    <a:noFill/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grpSp>
            <p:nvGrpSpPr>
              <p:cNvPr id="71" name="그룹 70"/>
              <p:cNvGrpSpPr/>
              <p:nvPr userDrawn="1"/>
            </p:nvGrpSpPr>
            <p:grpSpPr>
              <a:xfrm>
                <a:off x="4114817" y="160337"/>
                <a:ext cx="196926" cy="196926"/>
                <a:chOff x="3827909" y="160337"/>
                <a:chExt cx="196926" cy="196926"/>
              </a:xfrm>
            </p:grpSpPr>
            <p:sp>
              <p:nvSpPr>
                <p:cNvPr id="72" name="타원 71"/>
                <p:cNvSpPr/>
                <p:nvPr userDrawn="1"/>
              </p:nvSpPr>
              <p:spPr bwMode="gray">
                <a:xfrm>
                  <a:off x="3827909" y="160337"/>
                  <a:ext cx="196926" cy="196926"/>
                </a:xfrm>
                <a:prstGeom prst="ellipse">
                  <a:avLst/>
                </a:prstGeom>
                <a:solidFill>
                  <a:srgbClr val="708490">
                    <a:alpha val="30000"/>
                  </a:srgbClr>
                </a:solidFill>
                <a:ln>
                  <a:noFill/>
                </a:ln>
                <a:ex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900" b="1" dirty="0">
                    <a:ln>
                      <a:noFill/>
                    </a:ln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3" name="TextBox 72"/>
                <p:cNvSpPr txBox="1"/>
                <p:nvPr userDrawn="1"/>
              </p:nvSpPr>
              <p:spPr>
                <a:xfrm>
                  <a:off x="3868191" y="189550"/>
                  <a:ext cx="126930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ko-KR"/>
                  </a:defPPr>
                  <a:lvl1pPr marR="0" lvl="0" indent="0" algn="ctr" fontAlgn="auto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1" sz="1100" b="0" spc="-150" baseline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KoPub돋움체 Bold" panose="02020603020101020101" pitchFamily="18" charset="-127"/>
                      <a:cs typeface="Times New Roman" panose="02020603050405020304" pitchFamily="18" charset="0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900" b="0" kern="1200" spc="0" baseline="0" dirty="0" smtClean="0">
                      <a:ln>
                        <a:noFill/>
                      </a:ln>
                      <a:latin typeface="KoPub돋움체 Bold" panose="00000800000000000000" pitchFamily="2" charset="-127"/>
                      <a:ea typeface="KoPub돋움체 Bold" panose="00000800000000000000" pitchFamily="2" charset="-127"/>
                      <a:cs typeface="Times New Roman" panose="02020603050405020304" pitchFamily="18" charset="0"/>
                    </a:rPr>
                    <a:t>II</a:t>
                  </a:r>
                  <a:endParaRPr kumimoji="1" lang="ko-KR" altLang="en-US" sz="900" b="0" kern="1200" spc="0" baseline="0" dirty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" name="그룹 1"/>
              <p:cNvGrpSpPr/>
              <p:nvPr userDrawn="1"/>
            </p:nvGrpSpPr>
            <p:grpSpPr>
              <a:xfrm>
                <a:off x="3864322" y="160337"/>
                <a:ext cx="196926" cy="196926"/>
                <a:chOff x="3864322" y="160337"/>
                <a:chExt cx="196926" cy="196926"/>
              </a:xfrm>
            </p:grpSpPr>
            <p:sp>
              <p:nvSpPr>
                <p:cNvPr id="82" name="타원 81"/>
                <p:cNvSpPr/>
                <p:nvPr userDrawn="1"/>
              </p:nvSpPr>
              <p:spPr bwMode="gray">
                <a:xfrm>
                  <a:off x="3864322" y="160337"/>
                  <a:ext cx="196926" cy="196926"/>
                </a:xfrm>
                <a:prstGeom prst="ellipse">
                  <a:avLst/>
                </a:prstGeom>
                <a:solidFill>
                  <a:srgbClr val="708490">
                    <a:alpha val="30000"/>
                  </a:srgbClr>
                </a:solidFill>
                <a:ln>
                  <a:noFill/>
                </a:ln>
                <a:ex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900" b="1" dirty="0">
                    <a:ln>
                      <a:noFill/>
                    </a:ln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3" name="TextBox 102"/>
                <p:cNvSpPr txBox="1"/>
                <p:nvPr userDrawn="1"/>
              </p:nvSpPr>
              <p:spPr>
                <a:xfrm>
                  <a:off x="3894035" y="189550"/>
                  <a:ext cx="137500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ko-KR"/>
                  </a:defPPr>
                  <a:lvl1pPr lvl="0" algn="ctr">
                    <a:defRPr sz="1200" b="0" spc="-50" baseline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chemeClr val="bg1"/>
                      </a:soli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cs typeface="Times New Roman" panose="02020603050405020304" pitchFamily="18" charset="0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900" b="0" kern="1200" spc="0" baseline="0" dirty="0" smtClean="0">
                      <a:ln>
                        <a:noFill/>
                      </a:ln>
                      <a:latin typeface="KoPub돋움체 Bold" panose="00000800000000000000" pitchFamily="2" charset="-127"/>
                      <a:ea typeface="KoPub돋움체 Bold" panose="00000800000000000000" pitchFamily="2" charset="-127"/>
                      <a:cs typeface="Times New Roman" panose="02020603050405020304" pitchFamily="18" charset="0"/>
                    </a:rPr>
                    <a:t>I</a:t>
                  </a:r>
                  <a:endParaRPr kumimoji="1" lang="ko-KR" altLang="en-US" sz="900" b="0" kern="1200" spc="0" baseline="0" dirty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2794941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VI장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그룹 53"/>
          <p:cNvGrpSpPr/>
          <p:nvPr userDrawn="1"/>
        </p:nvGrpSpPr>
        <p:grpSpPr>
          <a:xfrm>
            <a:off x="0" y="-1"/>
            <a:ext cx="6858000" cy="2000673"/>
            <a:chOff x="0" y="-1"/>
            <a:chExt cx="6858000" cy="2000673"/>
          </a:xfrm>
        </p:grpSpPr>
        <p:sp>
          <p:nvSpPr>
            <p:cNvPr id="55" name="직사각형 54"/>
            <p:cNvSpPr/>
            <p:nvPr userDrawn="1"/>
          </p:nvSpPr>
          <p:spPr>
            <a:xfrm>
              <a:off x="0" y="-1"/>
              <a:ext cx="6858000" cy="781051"/>
            </a:xfrm>
            <a:prstGeom prst="rect">
              <a:avLst/>
            </a:prstGeom>
            <a:solidFill>
              <a:srgbClr val="E4ED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>
                <a:ln>
                  <a:noFill/>
                </a:ln>
              </a:endParaRPr>
            </a:p>
          </p:txBody>
        </p:sp>
        <p:sp>
          <p:nvSpPr>
            <p:cNvPr id="56" name="직사각형 55"/>
            <p:cNvSpPr/>
            <p:nvPr userDrawn="1"/>
          </p:nvSpPr>
          <p:spPr>
            <a:xfrm>
              <a:off x="167640" y="441399"/>
              <a:ext cx="6522720" cy="15592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noFill/>
                </a:ln>
              </a:endParaRPr>
            </a:p>
          </p:txBody>
        </p:sp>
      </p:grpSp>
      <p:grpSp>
        <p:nvGrpSpPr>
          <p:cNvPr id="46" name="그룹 45"/>
          <p:cNvGrpSpPr/>
          <p:nvPr userDrawn="1"/>
        </p:nvGrpSpPr>
        <p:grpSpPr>
          <a:xfrm>
            <a:off x="330201" y="9455378"/>
            <a:ext cx="6197600" cy="83734"/>
            <a:chOff x="330201" y="9477603"/>
            <a:chExt cx="6197600" cy="83734"/>
          </a:xfrm>
        </p:grpSpPr>
        <p:grpSp>
          <p:nvGrpSpPr>
            <p:cNvPr id="47" name="그룹 46"/>
            <p:cNvGrpSpPr/>
            <p:nvPr userDrawn="1"/>
          </p:nvGrpSpPr>
          <p:grpSpPr>
            <a:xfrm>
              <a:off x="330201" y="9477603"/>
              <a:ext cx="2844000" cy="83734"/>
              <a:chOff x="366713" y="9477603"/>
              <a:chExt cx="2814021" cy="83734"/>
            </a:xfrm>
          </p:grpSpPr>
          <p:sp>
            <p:nvSpPr>
              <p:cNvPr id="52" name="Line 26"/>
              <p:cNvSpPr>
                <a:spLocks noChangeShapeType="1"/>
              </p:cNvSpPr>
              <p:nvPr/>
            </p:nvSpPr>
            <p:spPr bwMode="auto">
              <a:xfrm>
                <a:off x="366713" y="9520739"/>
                <a:ext cx="2812256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53" name="Line 27"/>
              <p:cNvSpPr>
                <a:spLocks noChangeShapeType="1"/>
              </p:cNvSpPr>
              <p:nvPr/>
            </p:nvSpPr>
            <p:spPr bwMode="auto">
              <a:xfrm>
                <a:off x="3180734" y="9477603"/>
                <a:ext cx="0" cy="83734"/>
              </a:xfrm>
              <a:prstGeom prst="line">
                <a:avLst/>
              </a:prstGeom>
              <a:noFill/>
              <a:ln w="127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49" name="그룹 48"/>
            <p:cNvGrpSpPr/>
            <p:nvPr userDrawn="1"/>
          </p:nvGrpSpPr>
          <p:grpSpPr>
            <a:xfrm flipH="1">
              <a:off x="3683801" y="9477603"/>
              <a:ext cx="2844000" cy="83734"/>
              <a:chOff x="366713" y="9477603"/>
              <a:chExt cx="2814021" cy="83734"/>
            </a:xfrm>
          </p:grpSpPr>
          <p:sp>
            <p:nvSpPr>
              <p:cNvPr id="50" name="Line 26"/>
              <p:cNvSpPr>
                <a:spLocks noChangeShapeType="1"/>
              </p:cNvSpPr>
              <p:nvPr/>
            </p:nvSpPr>
            <p:spPr bwMode="auto">
              <a:xfrm>
                <a:off x="366713" y="9520739"/>
                <a:ext cx="2812256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51" name="Line 27"/>
              <p:cNvSpPr>
                <a:spLocks noChangeShapeType="1"/>
              </p:cNvSpPr>
              <p:nvPr/>
            </p:nvSpPr>
            <p:spPr bwMode="auto">
              <a:xfrm>
                <a:off x="3180734" y="9477603"/>
                <a:ext cx="0" cy="83734"/>
              </a:xfrm>
              <a:prstGeom prst="line">
                <a:avLst/>
              </a:prstGeom>
              <a:noFill/>
              <a:ln w="127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</p:grpSp>
      <p:sp>
        <p:nvSpPr>
          <p:cNvPr id="63" name="Rectangle 24"/>
          <p:cNvSpPr>
            <a:spLocks noChangeArrowheads="1"/>
          </p:cNvSpPr>
          <p:nvPr userDrawn="1"/>
        </p:nvSpPr>
        <p:spPr bwMode="auto">
          <a:xfrm>
            <a:off x="3161195" y="9442678"/>
            <a:ext cx="53768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algn="ctr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b="0" kern="1200" spc="-30" baseline="0" dirty="0" smtClean="0">
                <a:ln>
                  <a:noFill/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VI - </a:t>
            </a:r>
            <a:fld id="{FE5B6C78-2B77-4BFC-88E3-F5948F31982E}" type="slidenum">
              <a:rPr kumimoji="1" lang="en-US" altLang="ko-KR" sz="800" b="0" kern="1200" spc="-30" baseline="0" smtClean="0">
                <a:ln>
                  <a:noFill/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pPr marL="0" algn="ctr" defTabSz="914400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 sz="800" b="0" kern="1200" spc="-30" baseline="0" dirty="0" smtClean="0">
              <a:ln>
                <a:noFill/>
              </a:ln>
              <a:solidFill>
                <a:srgbClr val="5F5F5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+mn-cs"/>
            </a:endParaRPr>
          </a:p>
        </p:txBody>
      </p:sp>
      <p:grpSp>
        <p:nvGrpSpPr>
          <p:cNvPr id="39" name="그룹 38"/>
          <p:cNvGrpSpPr/>
          <p:nvPr userDrawn="1"/>
        </p:nvGrpSpPr>
        <p:grpSpPr>
          <a:xfrm>
            <a:off x="330200" y="9588446"/>
            <a:ext cx="6206305" cy="207211"/>
            <a:chOff x="330200" y="9588446"/>
            <a:chExt cx="6206305" cy="207211"/>
          </a:xfrm>
        </p:grpSpPr>
        <p:pic>
          <p:nvPicPr>
            <p:cNvPr id="40" name="그림 3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30200" y="9588446"/>
              <a:ext cx="558801" cy="189133"/>
            </a:xfrm>
            <a:prstGeom prst="rect">
              <a:avLst/>
            </a:prstGeom>
          </p:spPr>
        </p:pic>
        <p:sp>
          <p:nvSpPr>
            <p:cNvPr id="41" name="Text Box 9"/>
            <p:cNvSpPr txBox="1">
              <a:spLocks noChangeArrowheads="1"/>
            </p:cNvSpPr>
            <p:nvPr userDrawn="1"/>
          </p:nvSpPr>
          <p:spPr bwMode="auto">
            <a:xfrm>
              <a:off x="3520061" y="9655363"/>
              <a:ext cx="3016444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>
              <a:defPPr>
                <a:defRPr lang="ko-KR"/>
              </a:defPPr>
              <a:lvl1pPr marL="0" algn="r" defTabSz="957474" eaLnBrk="0" hangingPunct="0">
                <a:defRPr sz="7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defRPr>
              </a:lvl1pPr>
              <a:lvl2pPr marL="457028" defTabSz="914057" eaLnBrk="1" hangingPunct="1">
                <a:defRPr sz="1800">
                  <a:latin typeface="+mn-lt"/>
                  <a:ea typeface="+mn-ea"/>
                </a:defRPr>
              </a:lvl2pPr>
              <a:lvl3pPr marL="914057" defTabSz="914057" eaLnBrk="1" hangingPunct="1">
                <a:defRPr sz="1800">
                  <a:latin typeface="+mn-lt"/>
                  <a:ea typeface="+mn-ea"/>
                </a:defRPr>
              </a:lvl3pPr>
              <a:lvl4pPr marL="1371084" defTabSz="914057" eaLnBrk="1" hangingPunct="1">
                <a:defRPr sz="1800">
                  <a:latin typeface="+mn-lt"/>
                  <a:ea typeface="+mn-ea"/>
                </a:defRPr>
              </a:lvl4pPr>
              <a:lvl5pPr marL="1828109" defTabSz="914057" eaLnBrk="1" hangingPunct="1">
                <a:defRPr sz="1800">
                  <a:latin typeface="+mn-lt"/>
                  <a:ea typeface="+mn-ea"/>
                </a:defRPr>
              </a:lvl5pPr>
              <a:lvl6pPr marL="2285133" defTabSz="914057">
                <a:defRPr sz="1800">
                  <a:latin typeface="+mn-lt"/>
                  <a:ea typeface="+mn-ea"/>
                </a:defRPr>
              </a:lvl6pPr>
              <a:lvl7pPr marL="2742172" defTabSz="914057">
                <a:defRPr sz="1800">
                  <a:latin typeface="+mn-lt"/>
                  <a:ea typeface="+mn-ea"/>
                </a:defRPr>
              </a:lvl7pPr>
              <a:lvl8pPr marL="3199191" defTabSz="914057">
                <a:defRPr sz="1800">
                  <a:latin typeface="+mn-lt"/>
                  <a:ea typeface="+mn-ea"/>
                </a:defRPr>
              </a:lvl8pPr>
              <a:lvl9pPr marL="3656218" defTabSz="914057">
                <a:defRPr sz="1800">
                  <a:latin typeface="+mn-lt"/>
                  <a:ea typeface="+mn-ea"/>
                </a:defRPr>
              </a:lvl9pPr>
            </a:lstStyle>
            <a:p>
              <a:pPr lvl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dirty="0" smtClean="0">
                  <a:ln>
                    <a:noFill/>
                  </a:ln>
                </a:rPr>
                <a:t>Copyright 2025. Samsung SDS Co., Ltd. All rights reserved.  |  Confidential</a:t>
              </a:r>
            </a:p>
          </p:txBody>
        </p:sp>
        <p:sp>
          <p:nvSpPr>
            <p:cNvPr id="42" name="Rectangle 4"/>
            <p:cNvSpPr>
              <a:spLocks noChangeArrowheads="1"/>
            </p:cNvSpPr>
            <p:nvPr userDrawn="1"/>
          </p:nvSpPr>
          <p:spPr bwMode="auto">
            <a:xfrm>
              <a:off x="947888" y="9595602"/>
              <a:ext cx="2481111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4E5F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BBD6F3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>
              <a:spAutoFit/>
            </a:bodyPr>
            <a:lstStyle/>
            <a:p>
              <a:pPr marL="217488" indent="-217488" algn="l" defTabSz="914400" rtl="0" eaLnBrk="1" latinLnBrk="0" hangingPunct="1"/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공공안녕 위험 예방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대응 강화를 위한 </a:t>
              </a:r>
              <a:endParaRPr lang="en-US" altLang="ko-KR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endParaRPr>
            </a:p>
            <a:p>
              <a:pPr marL="217488" indent="-217488" algn="l" defTabSz="914400" rtl="0" eaLnBrk="1" latinLnBrk="0" hangingPunct="1"/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인공지능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err="1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빅데이터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 기반 치안정보 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『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과학적 분석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예측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관리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』 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디지털 플랫폼 구축</a:t>
              </a:r>
            </a:p>
          </p:txBody>
        </p:sp>
      </p:grpSp>
      <p:grpSp>
        <p:nvGrpSpPr>
          <p:cNvPr id="4" name="그룹 3"/>
          <p:cNvGrpSpPr/>
          <p:nvPr userDrawn="1"/>
        </p:nvGrpSpPr>
        <p:grpSpPr>
          <a:xfrm>
            <a:off x="4048896" y="160337"/>
            <a:ext cx="2659644" cy="196926"/>
            <a:chOff x="4048896" y="160337"/>
            <a:chExt cx="2659644" cy="196926"/>
          </a:xfrm>
        </p:grpSpPr>
        <p:sp>
          <p:nvSpPr>
            <p:cNvPr id="57" name="타원 56"/>
            <p:cNvSpPr/>
            <p:nvPr userDrawn="1"/>
          </p:nvSpPr>
          <p:spPr bwMode="gray">
            <a:xfrm>
              <a:off x="6450361" y="160337"/>
              <a:ext cx="196926" cy="196926"/>
            </a:xfrm>
            <a:prstGeom prst="ellipse">
              <a:avLst/>
            </a:prstGeom>
            <a:solidFill>
              <a:srgbClr val="708490">
                <a:alpha val="30000"/>
              </a:srgbClr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900" b="1" dirty="0">
                <a:ln>
                  <a:noFill/>
                </a:ln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6398632" y="189550"/>
              <a:ext cx="309908" cy="1384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ko-KR"/>
              </a:defPPr>
              <a:lvl1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100" b="0" spc="-150" baseline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Times New Roman" panose="02020603050405020304" pitchFamily="18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spc="0" smtClean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VII</a:t>
              </a:r>
              <a:endParaRPr lang="ko-KR" altLang="en-US" sz="900" spc="0" dirty="0">
                <a:ln>
                  <a:noFill/>
                </a:ln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grpSp>
          <p:nvGrpSpPr>
            <p:cNvPr id="3" name="그룹 2"/>
            <p:cNvGrpSpPr/>
            <p:nvPr userDrawn="1"/>
          </p:nvGrpSpPr>
          <p:grpSpPr>
            <a:xfrm>
              <a:off x="4048896" y="160337"/>
              <a:ext cx="2343229" cy="196926"/>
              <a:chOff x="3791296" y="160337"/>
              <a:chExt cx="2343229" cy="196926"/>
            </a:xfrm>
          </p:grpSpPr>
          <p:sp>
            <p:nvSpPr>
              <p:cNvPr id="60" name="타원 59"/>
              <p:cNvSpPr/>
              <p:nvPr/>
            </p:nvSpPr>
            <p:spPr bwMode="gray">
              <a:xfrm>
                <a:off x="4531388" y="160337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4571670" y="189550"/>
                <a:ext cx="12693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marR="0" lvl="0" indent="0" algn="ctr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100" b="0" spc="-1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>
                  <a:defRPr/>
                </a:pPr>
                <a:r>
                  <a:rPr lang="en-US" altLang="ko-KR" sz="900" spc="0" dirty="0" smtClean="0">
                    <a:ln>
                      <a:noFill/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IV</a:t>
                </a:r>
                <a:endParaRPr lang="ko-KR" altLang="en-US" sz="900" spc="0" dirty="0">
                  <a:ln>
                    <a:noFill/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grpSp>
            <p:nvGrpSpPr>
              <p:cNvPr id="62" name="그룹 61"/>
              <p:cNvGrpSpPr/>
              <p:nvPr userDrawn="1"/>
            </p:nvGrpSpPr>
            <p:grpSpPr>
              <a:xfrm>
                <a:off x="5040871" y="160337"/>
                <a:ext cx="1093654" cy="196926"/>
                <a:chOff x="4871953" y="160337"/>
                <a:chExt cx="1093654" cy="196926"/>
              </a:xfrm>
            </p:grpSpPr>
            <p:grpSp>
              <p:nvGrpSpPr>
                <p:cNvPr id="73" name="그룹 72"/>
                <p:cNvGrpSpPr/>
                <p:nvPr/>
              </p:nvGrpSpPr>
              <p:grpSpPr>
                <a:xfrm>
                  <a:off x="4871953" y="160337"/>
                  <a:ext cx="196926" cy="196926"/>
                  <a:chOff x="4709517" y="668524"/>
                  <a:chExt cx="196926" cy="196926"/>
                </a:xfrm>
              </p:grpSpPr>
              <p:sp>
                <p:nvSpPr>
                  <p:cNvPr id="77" name="타원 76"/>
                  <p:cNvSpPr/>
                  <p:nvPr/>
                </p:nvSpPr>
                <p:spPr bwMode="gray">
                  <a:xfrm>
                    <a:off x="4709517" y="668524"/>
                    <a:ext cx="196926" cy="196926"/>
                  </a:xfrm>
                  <a:prstGeom prst="ellipse">
                    <a:avLst/>
                  </a:prstGeom>
                  <a:solidFill>
                    <a:srgbClr val="004B98"/>
                  </a:solidFill>
                  <a:ln>
                    <a:noFill/>
                  </a:ln>
                  <a:effectLst/>
                  <a:extLst/>
                </p:spPr>
                <p:txBody>
                  <a:bodyPr wrap="none" anchor="ctr"/>
                  <a:lstStyle/>
                  <a:p>
                    <a:pPr lvl="0" algn="ctr" fontAlgn="base">
                      <a:lnSpc>
                        <a:spcPct val="11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ko-KR" altLang="en-US" sz="1200" dirty="0">
                      <a:ln>
                        <a:noFill/>
                      </a:ln>
                      <a:latin typeface="KoPub돋움체 Bold" panose="02020603020101020101" pitchFamily="18" charset="-127"/>
                      <a:ea typeface="KoPub돋움체 Bold" panose="02020603020101020101" pitchFamily="18" charset="-127"/>
                    </a:endParaRPr>
                  </a:p>
                </p:txBody>
              </p:sp>
              <p:sp>
                <p:nvSpPr>
                  <p:cNvPr id="78" name="TextBox 77"/>
                  <p:cNvSpPr txBox="1"/>
                  <p:nvPr/>
                </p:nvSpPr>
                <p:spPr>
                  <a:xfrm>
                    <a:off x="4735261" y="697737"/>
                    <a:ext cx="145438" cy="1384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spAutoFit/>
                  </a:bodyPr>
                  <a:lstStyle>
                    <a:defPPr>
                      <a:defRPr lang="ko-KR"/>
                    </a:defPPr>
                    <a:lvl1pPr marR="0" lvl="0" indent="0" algn="ctr" fontAlgn="auto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kumimoji="1" sz="1050" b="0" spc="-150" baseline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Times New Roman" panose="02020603050405020304" pitchFamily="18" charset="0"/>
                        <a:ea typeface="KoPub돋움체 Bold" panose="02020603020101020101" pitchFamily="18" charset="-127"/>
                        <a:cs typeface="Times New Roman" panose="02020603050405020304" pitchFamily="18" charset="0"/>
                      </a:defRPr>
                    </a:lvl1pPr>
                  </a:lstStyle>
                  <a:p>
                    <a:r>
                      <a:rPr lang="en-US" altLang="ko-KR" sz="900" spc="0" dirty="0" smtClean="0">
                        <a:ln>
                          <a:noFill/>
                        </a:ln>
                        <a:latin typeface="KoPub돋움체 Bold" panose="00000800000000000000" pitchFamily="2" charset="-127"/>
                        <a:ea typeface="KoPub돋움체 Bold" panose="00000800000000000000" pitchFamily="2" charset="-127"/>
                      </a:rPr>
                      <a:t>VI</a:t>
                    </a:r>
                    <a:endParaRPr lang="ko-KR" altLang="en-US" sz="900" spc="0" dirty="0">
                      <a:ln>
                        <a:noFill/>
                      </a:ln>
                      <a:latin typeface="KoPub돋움체 Bold" panose="00000800000000000000" pitchFamily="2" charset="-127"/>
                      <a:ea typeface="KoPub돋움체 Bold" panose="00000800000000000000" pitchFamily="2" charset="-127"/>
                    </a:endParaRPr>
                  </a:p>
                </p:txBody>
              </p:sp>
            </p:grpSp>
            <p:grpSp>
              <p:nvGrpSpPr>
                <p:cNvPr id="74" name="그룹 73"/>
                <p:cNvGrpSpPr/>
                <p:nvPr/>
              </p:nvGrpSpPr>
              <p:grpSpPr>
                <a:xfrm>
                  <a:off x="5053438" y="174162"/>
                  <a:ext cx="912169" cy="169277"/>
                  <a:chOff x="4094077" y="1092982"/>
                  <a:chExt cx="912169" cy="169277"/>
                </a:xfrm>
              </p:grpSpPr>
              <p:sp>
                <p:nvSpPr>
                  <p:cNvPr id="75" name="Rectangle 19"/>
                  <p:cNvSpPr>
                    <a:spLocks noChangeArrowheads="1"/>
                  </p:cNvSpPr>
                  <p:nvPr/>
                </p:nvSpPr>
                <p:spPr bwMode="gray">
                  <a:xfrm>
                    <a:off x="4216710" y="1092982"/>
                    <a:ext cx="789536" cy="16927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DCDCD">
                            <a:alpha val="50195"/>
                          </a:srgbClr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969696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0" tIns="0" rIns="7200" bIns="0" anchor="ctr">
                    <a:spAutoFit/>
                  </a:bodyPr>
                  <a:lstStyle/>
                  <a:p>
                    <a:pPr fontAlgn="ctr" latinLnBrk="0">
                      <a:spcBef>
                        <a:spcPct val="0"/>
                      </a:spcBef>
                      <a:spcAft>
                        <a:spcPct val="0"/>
                      </a:spcAft>
                      <a:buFont typeface="Symbol" pitchFamily="18" charset="2"/>
                      <a:buNone/>
                    </a:pPr>
                    <a:r>
                      <a:rPr kumimoji="1" lang="ko-KR" altLang="en-US" sz="1100" dirty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rPr>
                      <a:t>프로젝트 지원</a:t>
                    </a:r>
                    <a:endParaRPr kumimoji="1" lang="ko-KR" altLang="en-US" sz="110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endParaRPr>
                  </a:p>
                </p:txBody>
              </p:sp>
              <p:cxnSp>
                <p:nvCxnSpPr>
                  <p:cNvPr id="76" name="직선 연결선 75"/>
                  <p:cNvCxnSpPr/>
                  <p:nvPr/>
                </p:nvCxnSpPr>
                <p:spPr>
                  <a:xfrm>
                    <a:off x="4094077" y="1177620"/>
                    <a:ext cx="92729" cy="0"/>
                  </a:xfrm>
                  <a:prstGeom prst="line">
                    <a:avLst/>
                  </a:prstGeom>
                  <a:ln w="12700">
                    <a:solidFill>
                      <a:srgbClr val="004B98"/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5" name="타원 64"/>
              <p:cNvSpPr/>
              <p:nvPr/>
            </p:nvSpPr>
            <p:spPr bwMode="gray">
              <a:xfrm>
                <a:off x="4785458" y="160337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4815171" y="189550"/>
                <a:ext cx="13750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lvl="0" algn="ctr">
                  <a:defRPr sz="1200" b="0" spc="-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>
                  <a:defRPr/>
                </a:pPr>
                <a:r>
                  <a:rPr lang="en-US" altLang="ko-KR" sz="900" spc="0" dirty="0" smtClean="0">
                    <a:ln>
                      <a:noFill/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V</a:t>
                </a:r>
                <a:endParaRPr lang="ko-KR" altLang="en-US" sz="900" spc="0" dirty="0">
                  <a:ln>
                    <a:noFill/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grpSp>
            <p:nvGrpSpPr>
              <p:cNvPr id="67" name="그룹 66"/>
              <p:cNvGrpSpPr/>
              <p:nvPr userDrawn="1"/>
            </p:nvGrpSpPr>
            <p:grpSpPr>
              <a:xfrm>
                <a:off x="4283735" y="160337"/>
                <a:ext cx="196926" cy="196926"/>
                <a:chOff x="3827909" y="160337"/>
                <a:chExt cx="196926" cy="196926"/>
              </a:xfrm>
            </p:grpSpPr>
            <p:sp>
              <p:nvSpPr>
                <p:cNvPr id="71" name="타원 70"/>
                <p:cNvSpPr/>
                <p:nvPr userDrawn="1"/>
              </p:nvSpPr>
              <p:spPr bwMode="gray">
                <a:xfrm>
                  <a:off x="3827909" y="160337"/>
                  <a:ext cx="196926" cy="196926"/>
                </a:xfrm>
                <a:prstGeom prst="ellipse">
                  <a:avLst/>
                </a:prstGeom>
                <a:solidFill>
                  <a:srgbClr val="708490">
                    <a:alpha val="30000"/>
                  </a:srgbClr>
                </a:solidFill>
                <a:ln>
                  <a:noFill/>
                </a:ln>
                <a:ex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900" b="1" dirty="0">
                    <a:ln>
                      <a:noFill/>
                    </a:ln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2" name="TextBox 71"/>
                <p:cNvSpPr txBox="1"/>
                <p:nvPr userDrawn="1"/>
              </p:nvSpPr>
              <p:spPr>
                <a:xfrm>
                  <a:off x="3868191" y="189550"/>
                  <a:ext cx="126930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ko-KR"/>
                  </a:defPPr>
                  <a:lvl1pPr marR="0" lvl="0" indent="0" algn="ctr" fontAlgn="auto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1" sz="1100" b="0" spc="-150" baseline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KoPub돋움체 Bold" panose="02020603020101020101" pitchFamily="18" charset="-127"/>
                      <a:cs typeface="Times New Roman" panose="02020603050405020304" pitchFamily="18" charset="0"/>
                    </a:defRPr>
                  </a:lvl1pPr>
                </a:lstStyle>
                <a:p>
                  <a:pPr lvl="0">
                    <a:defRPr/>
                  </a:pPr>
                  <a:r>
                    <a:rPr lang="en-US" altLang="ko-KR" sz="900" spc="0" dirty="0" smtClean="0">
                      <a:ln>
                        <a:noFill/>
                      </a:ln>
                      <a:latin typeface="KoPub돋움체 Bold" panose="00000800000000000000" pitchFamily="2" charset="-127"/>
                      <a:ea typeface="KoPub돋움체 Bold" panose="00000800000000000000" pitchFamily="2" charset="-127"/>
                    </a:rPr>
                    <a:t>III</a:t>
                  </a:r>
                  <a:endParaRPr lang="ko-KR" altLang="en-US" sz="900" spc="0" dirty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</p:grpSp>
          <p:grpSp>
            <p:nvGrpSpPr>
              <p:cNvPr id="68" name="그룹 67"/>
              <p:cNvGrpSpPr/>
              <p:nvPr userDrawn="1"/>
            </p:nvGrpSpPr>
            <p:grpSpPr>
              <a:xfrm>
                <a:off x="4033240" y="160337"/>
                <a:ext cx="196926" cy="196926"/>
                <a:chOff x="3864322" y="160337"/>
                <a:chExt cx="196926" cy="196926"/>
              </a:xfrm>
            </p:grpSpPr>
            <p:sp>
              <p:nvSpPr>
                <p:cNvPr id="69" name="타원 68"/>
                <p:cNvSpPr/>
                <p:nvPr userDrawn="1"/>
              </p:nvSpPr>
              <p:spPr bwMode="gray">
                <a:xfrm>
                  <a:off x="3864322" y="160337"/>
                  <a:ext cx="196926" cy="196926"/>
                </a:xfrm>
                <a:prstGeom prst="ellipse">
                  <a:avLst/>
                </a:prstGeom>
                <a:solidFill>
                  <a:srgbClr val="708490">
                    <a:alpha val="30000"/>
                  </a:srgbClr>
                </a:solidFill>
                <a:ln>
                  <a:noFill/>
                </a:ln>
                <a:ex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900" b="1" dirty="0">
                    <a:ln>
                      <a:noFill/>
                    </a:ln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0" name="TextBox 69"/>
                <p:cNvSpPr txBox="1"/>
                <p:nvPr userDrawn="1"/>
              </p:nvSpPr>
              <p:spPr>
                <a:xfrm>
                  <a:off x="3894035" y="189550"/>
                  <a:ext cx="137500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ko-KR"/>
                  </a:defPPr>
                  <a:lvl1pPr lvl="0" algn="ctr">
                    <a:defRPr sz="1200" b="0" spc="-50" baseline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chemeClr val="bg1"/>
                      </a:soli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cs typeface="Times New Roman" panose="02020603050405020304" pitchFamily="18" charset="0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900" b="0" kern="1200" spc="0" baseline="0" dirty="0" smtClean="0">
                      <a:ln>
                        <a:noFill/>
                      </a:ln>
                      <a:latin typeface="KoPub돋움체 Bold" panose="00000800000000000000" pitchFamily="2" charset="-127"/>
                      <a:ea typeface="KoPub돋움체 Bold" panose="00000800000000000000" pitchFamily="2" charset="-127"/>
                      <a:cs typeface="Times New Roman" panose="02020603050405020304" pitchFamily="18" charset="0"/>
                    </a:rPr>
                    <a:t>II</a:t>
                  </a:r>
                  <a:endParaRPr kumimoji="1" lang="ko-KR" altLang="en-US" sz="900" b="0" kern="1200" spc="0" baseline="0" dirty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" name="그룹 1"/>
              <p:cNvGrpSpPr/>
              <p:nvPr userDrawn="1"/>
            </p:nvGrpSpPr>
            <p:grpSpPr>
              <a:xfrm>
                <a:off x="3791296" y="160337"/>
                <a:ext cx="196926" cy="196926"/>
                <a:chOff x="3797648" y="160337"/>
                <a:chExt cx="196926" cy="196926"/>
              </a:xfrm>
            </p:grpSpPr>
            <p:sp>
              <p:nvSpPr>
                <p:cNvPr id="80" name="타원 79"/>
                <p:cNvSpPr/>
                <p:nvPr userDrawn="1"/>
              </p:nvSpPr>
              <p:spPr bwMode="gray">
                <a:xfrm>
                  <a:off x="3797648" y="160337"/>
                  <a:ext cx="196926" cy="196926"/>
                </a:xfrm>
                <a:prstGeom prst="ellipse">
                  <a:avLst/>
                </a:prstGeom>
                <a:solidFill>
                  <a:srgbClr val="708490">
                    <a:alpha val="30000"/>
                  </a:srgbClr>
                </a:solidFill>
                <a:ln>
                  <a:noFill/>
                </a:ln>
                <a:ex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900" b="1" dirty="0">
                    <a:ln>
                      <a:noFill/>
                    </a:ln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1" name="TextBox 80"/>
                <p:cNvSpPr txBox="1"/>
                <p:nvPr userDrawn="1"/>
              </p:nvSpPr>
              <p:spPr>
                <a:xfrm>
                  <a:off x="3829932" y="189550"/>
                  <a:ext cx="141882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ko-KR"/>
                  </a:defPPr>
                  <a:lvl1pPr marR="0" lvl="0" indent="0" algn="ctr" fontAlgn="auto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1" sz="1100" b="0" spc="-150" baseline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KoPub돋움체 Bold" panose="02020603020101020101" pitchFamily="18" charset="-127"/>
                      <a:cs typeface="Times New Roman" panose="02020603050405020304" pitchFamily="18" charset="0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900" b="0" kern="1200" spc="0" baseline="0" dirty="0" smtClean="0">
                      <a:ln>
                        <a:noFill/>
                      </a:ln>
                      <a:latin typeface="KoPub돋움체 Bold" panose="00000800000000000000" pitchFamily="2" charset="-127"/>
                      <a:ea typeface="KoPub돋움체 Bold" panose="00000800000000000000" pitchFamily="2" charset="-127"/>
                      <a:cs typeface="Times New Roman" panose="02020603050405020304" pitchFamily="18" charset="0"/>
                    </a:rPr>
                    <a:t>I</a:t>
                  </a:r>
                  <a:endParaRPr kumimoji="1" lang="ko-KR" altLang="en-US" sz="900" b="0" kern="1200" spc="0" baseline="0" dirty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9714852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_VII장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그룹 53"/>
          <p:cNvGrpSpPr/>
          <p:nvPr userDrawn="1"/>
        </p:nvGrpSpPr>
        <p:grpSpPr>
          <a:xfrm>
            <a:off x="0" y="-1"/>
            <a:ext cx="6858000" cy="2000673"/>
            <a:chOff x="0" y="-1"/>
            <a:chExt cx="6858000" cy="2000673"/>
          </a:xfrm>
        </p:grpSpPr>
        <p:sp>
          <p:nvSpPr>
            <p:cNvPr id="55" name="직사각형 54"/>
            <p:cNvSpPr/>
            <p:nvPr userDrawn="1"/>
          </p:nvSpPr>
          <p:spPr>
            <a:xfrm>
              <a:off x="0" y="-1"/>
              <a:ext cx="6858000" cy="781051"/>
            </a:xfrm>
            <a:prstGeom prst="rect">
              <a:avLst/>
            </a:prstGeom>
            <a:solidFill>
              <a:srgbClr val="E4ED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>
                <a:ln>
                  <a:noFill/>
                </a:ln>
              </a:endParaRPr>
            </a:p>
          </p:txBody>
        </p:sp>
        <p:sp>
          <p:nvSpPr>
            <p:cNvPr id="56" name="직사각형 55"/>
            <p:cNvSpPr/>
            <p:nvPr userDrawn="1"/>
          </p:nvSpPr>
          <p:spPr>
            <a:xfrm>
              <a:off x="167640" y="441399"/>
              <a:ext cx="6522720" cy="15592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noFill/>
                </a:ln>
              </a:endParaRPr>
            </a:p>
          </p:txBody>
        </p:sp>
      </p:grpSp>
      <p:grpSp>
        <p:nvGrpSpPr>
          <p:cNvPr id="46" name="그룹 45"/>
          <p:cNvGrpSpPr/>
          <p:nvPr userDrawn="1"/>
        </p:nvGrpSpPr>
        <p:grpSpPr>
          <a:xfrm>
            <a:off x="330201" y="9455378"/>
            <a:ext cx="6197600" cy="83734"/>
            <a:chOff x="330201" y="9477603"/>
            <a:chExt cx="6197600" cy="83734"/>
          </a:xfrm>
        </p:grpSpPr>
        <p:grpSp>
          <p:nvGrpSpPr>
            <p:cNvPr id="47" name="그룹 46"/>
            <p:cNvGrpSpPr/>
            <p:nvPr userDrawn="1"/>
          </p:nvGrpSpPr>
          <p:grpSpPr>
            <a:xfrm>
              <a:off x="330201" y="9477603"/>
              <a:ext cx="2844000" cy="83734"/>
              <a:chOff x="366713" y="9477603"/>
              <a:chExt cx="2814021" cy="83734"/>
            </a:xfrm>
          </p:grpSpPr>
          <p:sp>
            <p:nvSpPr>
              <p:cNvPr id="52" name="Line 26"/>
              <p:cNvSpPr>
                <a:spLocks noChangeShapeType="1"/>
              </p:cNvSpPr>
              <p:nvPr/>
            </p:nvSpPr>
            <p:spPr bwMode="auto">
              <a:xfrm>
                <a:off x="366713" y="9520739"/>
                <a:ext cx="2812256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53" name="Line 27"/>
              <p:cNvSpPr>
                <a:spLocks noChangeShapeType="1"/>
              </p:cNvSpPr>
              <p:nvPr/>
            </p:nvSpPr>
            <p:spPr bwMode="auto">
              <a:xfrm>
                <a:off x="3180734" y="9477603"/>
                <a:ext cx="0" cy="83734"/>
              </a:xfrm>
              <a:prstGeom prst="line">
                <a:avLst/>
              </a:prstGeom>
              <a:noFill/>
              <a:ln w="127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49" name="그룹 48"/>
            <p:cNvGrpSpPr/>
            <p:nvPr userDrawn="1"/>
          </p:nvGrpSpPr>
          <p:grpSpPr>
            <a:xfrm flipH="1">
              <a:off x="3683801" y="9477603"/>
              <a:ext cx="2844000" cy="83734"/>
              <a:chOff x="366713" y="9477603"/>
              <a:chExt cx="2814021" cy="83734"/>
            </a:xfrm>
          </p:grpSpPr>
          <p:sp>
            <p:nvSpPr>
              <p:cNvPr id="50" name="Line 26"/>
              <p:cNvSpPr>
                <a:spLocks noChangeShapeType="1"/>
              </p:cNvSpPr>
              <p:nvPr/>
            </p:nvSpPr>
            <p:spPr bwMode="auto">
              <a:xfrm>
                <a:off x="366713" y="9520739"/>
                <a:ext cx="2812256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51" name="Line 27"/>
              <p:cNvSpPr>
                <a:spLocks noChangeShapeType="1"/>
              </p:cNvSpPr>
              <p:nvPr/>
            </p:nvSpPr>
            <p:spPr bwMode="auto">
              <a:xfrm>
                <a:off x="3180734" y="9477603"/>
                <a:ext cx="0" cy="83734"/>
              </a:xfrm>
              <a:prstGeom prst="line">
                <a:avLst/>
              </a:prstGeom>
              <a:noFill/>
              <a:ln w="127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</p:grpSp>
      <p:sp>
        <p:nvSpPr>
          <p:cNvPr id="63" name="Rectangle 24"/>
          <p:cNvSpPr>
            <a:spLocks noChangeArrowheads="1"/>
          </p:cNvSpPr>
          <p:nvPr userDrawn="1"/>
        </p:nvSpPr>
        <p:spPr bwMode="auto">
          <a:xfrm>
            <a:off x="3161195" y="9442678"/>
            <a:ext cx="53768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algn="ctr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b="0" kern="1200" spc="-30" baseline="0" dirty="0" smtClean="0">
                <a:ln>
                  <a:noFill/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VII - </a:t>
            </a:r>
            <a:fld id="{FE5B6C78-2B77-4BFC-88E3-F5948F31982E}" type="slidenum">
              <a:rPr kumimoji="1" lang="en-US" altLang="ko-KR" sz="800" b="0" kern="1200" spc="-30" baseline="0" smtClean="0">
                <a:ln>
                  <a:noFill/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pPr marL="0" algn="ctr" defTabSz="914400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 sz="800" b="0" kern="1200" spc="-30" baseline="0" dirty="0" smtClean="0">
              <a:ln>
                <a:noFill/>
              </a:ln>
              <a:solidFill>
                <a:srgbClr val="5F5F5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+mn-cs"/>
            </a:endParaRPr>
          </a:p>
        </p:txBody>
      </p:sp>
      <p:grpSp>
        <p:nvGrpSpPr>
          <p:cNvPr id="39" name="그룹 38"/>
          <p:cNvGrpSpPr/>
          <p:nvPr userDrawn="1"/>
        </p:nvGrpSpPr>
        <p:grpSpPr>
          <a:xfrm>
            <a:off x="330200" y="9588446"/>
            <a:ext cx="6206305" cy="207211"/>
            <a:chOff x="330200" y="9588446"/>
            <a:chExt cx="6206305" cy="207211"/>
          </a:xfrm>
        </p:grpSpPr>
        <p:pic>
          <p:nvPicPr>
            <p:cNvPr id="40" name="그림 3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30200" y="9588446"/>
              <a:ext cx="558801" cy="189133"/>
            </a:xfrm>
            <a:prstGeom prst="rect">
              <a:avLst/>
            </a:prstGeom>
          </p:spPr>
        </p:pic>
        <p:sp>
          <p:nvSpPr>
            <p:cNvPr id="41" name="Text Box 9"/>
            <p:cNvSpPr txBox="1">
              <a:spLocks noChangeArrowheads="1"/>
            </p:cNvSpPr>
            <p:nvPr userDrawn="1"/>
          </p:nvSpPr>
          <p:spPr bwMode="auto">
            <a:xfrm>
              <a:off x="3520061" y="9655363"/>
              <a:ext cx="3016444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>
              <a:defPPr>
                <a:defRPr lang="ko-KR"/>
              </a:defPPr>
              <a:lvl1pPr marL="0" algn="r" defTabSz="957474" eaLnBrk="0" hangingPunct="0">
                <a:defRPr sz="7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defRPr>
              </a:lvl1pPr>
              <a:lvl2pPr marL="457028" defTabSz="914057" eaLnBrk="1" hangingPunct="1">
                <a:defRPr sz="1800">
                  <a:latin typeface="+mn-lt"/>
                  <a:ea typeface="+mn-ea"/>
                </a:defRPr>
              </a:lvl2pPr>
              <a:lvl3pPr marL="914057" defTabSz="914057" eaLnBrk="1" hangingPunct="1">
                <a:defRPr sz="1800">
                  <a:latin typeface="+mn-lt"/>
                  <a:ea typeface="+mn-ea"/>
                </a:defRPr>
              </a:lvl3pPr>
              <a:lvl4pPr marL="1371084" defTabSz="914057" eaLnBrk="1" hangingPunct="1">
                <a:defRPr sz="1800">
                  <a:latin typeface="+mn-lt"/>
                  <a:ea typeface="+mn-ea"/>
                </a:defRPr>
              </a:lvl4pPr>
              <a:lvl5pPr marL="1828109" defTabSz="914057" eaLnBrk="1" hangingPunct="1">
                <a:defRPr sz="1800">
                  <a:latin typeface="+mn-lt"/>
                  <a:ea typeface="+mn-ea"/>
                </a:defRPr>
              </a:lvl5pPr>
              <a:lvl6pPr marL="2285133" defTabSz="914057">
                <a:defRPr sz="1800">
                  <a:latin typeface="+mn-lt"/>
                  <a:ea typeface="+mn-ea"/>
                </a:defRPr>
              </a:lvl6pPr>
              <a:lvl7pPr marL="2742172" defTabSz="914057">
                <a:defRPr sz="1800">
                  <a:latin typeface="+mn-lt"/>
                  <a:ea typeface="+mn-ea"/>
                </a:defRPr>
              </a:lvl7pPr>
              <a:lvl8pPr marL="3199191" defTabSz="914057">
                <a:defRPr sz="1800">
                  <a:latin typeface="+mn-lt"/>
                  <a:ea typeface="+mn-ea"/>
                </a:defRPr>
              </a:lvl8pPr>
              <a:lvl9pPr marL="3656218" defTabSz="914057">
                <a:defRPr sz="1800">
                  <a:latin typeface="+mn-lt"/>
                  <a:ea typeface="+mn-ea"/>
                </a:defRPr>
              </a:lvl9pPr>
            </a:lstStyle>
            <a:p>
              <a:pPr lvl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dirty="0" smtClean="0">
                  <a:ln>
                    <a:noFill/>
                  </a:ln>
                </a:rPr>
                <a:t>Copyright 2025. Samsung SDS Co., Ltd. All rights reserved.  |  Confidential</a:t>
              </a:r>
            </a:p>
          </p:txBody>
        </p:sp>
        <p:sp>
          <p:nvSpPr>
            <p:cNvPr id="42" name="Rectangle 4"/>
            <p:cNvSpPr>
              <a:spLocks noChangeArrowheads="1"/>
            </p:cNvSpPr>
            <p:nvPr userDrawn="1"/>
          </p:nvSpPr>
          <p:spPr bwMode="auto">
            <a:xfrm>
              <a:off x="947888" y="9595602"/>
              <a:ext cx="2481111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4E5F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BBD6F3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>
              <a:spAutoFit/>
            </a:bodyPr>
            <a:lstStyle/>
            <a:p>
              <a:pPr marL="217488" indent="-217488" algn="l" defTabSz="914400" rtl="0" eaLnBrk="1" latinLnBrk="0" hangingPunct="1"/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공공안녕 위험 예방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대응 강화를 위한 </a:t>
              </a:r>
              <a:endParaRPr lang="en-US" altLang="ko-KR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endParaRPr>
            </a:p>
            <a:p>
              <a:pPr marL="217488" indent="-217488" algn="l" defTabSz="914400" rtl="0" eaLnBrk="1" latinLnBrk="0" hangingPunct="1"/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인공지능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err="1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빅데이터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 기반 치안정보 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『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과학적 분석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예측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관리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』 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디지털 플랫폼 구축</a:t>
              </a:r>
            </a:p>
          </p:txBody>
        </p:sp>
      </p:grpSp>
      <p:grpSp>
        <p:nvGrpSpPr>
          <p:cNvPr id="2" name="그룹 1"/>
          <p:cNvGrpSpPr/>
          <p:nvPr userDrawn="1"/>
        </p:nvGrpSpPr>
        <p:grpSpPr>
          <a:xfrm>
            <a:off x="3121259" y="160337"/>
            <a:ext cx="3585644" cy="196926"/>
            <a:chOff x="3133959" y="160337"/>
            <a:chExt cx="3585644" cy="196926"/>
          </a:xfrm>
        </p:grpSpPr>
        <p:grpSp>
          <p:nvGrpSpPr>
            <p:cNvPr id="48" name="그룹 47"/>
            <p:cNvGrpSpPr/>
            <p:nvPr userDrawn="1"/>
          </p:nvGrpSpPr>
          <p:grpSpPr>
            <a:xfrm>
              <a:off x="3428999" y="160337"/>
              <a:ext cx="3290604" cy="196926"/>
              <a:chOff x="3791296" y="160337"/>
              <a:chExt cx="3290604" cy="196926"/>
            </a:xfrm>
          </p:grpSpPr>
          <p:sp>
            <p:nvSpPr>
              <p:cNvPr id="57" name="타원 56"/>
              <p:cNvSpPr/>
              <p:nvPr/>
            </p:nvSpPr>
            <p:spPr bwMode="gray">
              <a:xfrm>
                <a:off x="4531388" y="160337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4571670" y="189550"/>
                <a:ext cx="12693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marR="0" lvl="0" indent="0" algn="ctr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1" sz="1100" b="0" spc="-1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pPr>
                  <a:defRPr/>
                </a:pPr>
                <a:r>
                  <a:rPr lang="en-US" altLang="ko-KR" sz="900" spc="0" dirty="0" smtClean="0">
                    <a:ln>
                      <a:noFill/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V</a:t>
                </a:r>
                <a:endParaRPr lang="ko-KR" altLang="en-US" sz="900" spc="0" dirty="0">
                  <a:ln>
                    <a:noFill/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grpSp>
            <p:nvGrpSpPr>
              <p:cNvPr id="59" name="그룹 58"/>
              <p:cNvGrpSpPr/>
              <p:nvPr userDrawn="1"/>
            </p:nvGrpSpPr>
            <p:grpSpPr>
              <a:xfrm>
                <a:off x="5040871" y="160337"/>
                <a:ext cx="2041029" cy="196926"/>
                <a:chOff x="4871953" y="160337"/>
                <a:chExt cx="2041029" cy="196926"/>
              </a:xfrm>
            </p:grpSpPr>
            <p:grpSp>
              <p:nvGrpSpPr>
                <p:cNvPr id="72" name="그룹 71"/>
                <p:cNvGrpSpPr/>
                <p:nvPr/>
              </p:nvGrpSpPr>
              <p:grpSpPr>
                <a:xfrm>
                  <a:off x="4871953" y="160337"/>
                  <a:ext cx="196926" cy="196926"/>
                  <a:chOff x="4709517" y="668524"/>
                  <a:chExt cx="196926" cy="196926"/>
                </a:xfrm>
              </p:grpSpPr>
              <p:sp>
                <p:nvSpPr>
                  <p:cNvPr id="76" name="타원 75"/>
                  <p:cNvSpPr/>
                  <p:nvPr/>
                </p:nvSpPr>
                <p:spPr bwMode="gray">
                  <a:xfrm>
                    <a:off x="4709517" y="668524"/>
                    <a:ext cx="196926" cy="196926"/>
                  </a:xfrm>
                  <a:prstGeom prst="ellipse">
                    <a:avLst/>
                  </a:prstGeom>
                  <a:solidFill>
                    <a:srgbClr val="004B98"/>
                  </a:solidFill>
                  <a:ln>
                    <a:noFill/>
                  </a:ln>
                  <a:effectLst/>
                  <a:extLst/>
                </p:spPr>
                <p:txBody>
                  <a:bodyPr wrap="none" anchor="ctr"/>
                  <a:lstStyle/>
                  <a:p>
                    <a:pPr lvl="0" algn="ctr" fontAlgn="base">
                      <a:lnSpc>
                        <a:spcPct val="11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ko-KR" altLang="en-US" sz="1200" dirty="0">
                      <a:ln>
                        <a:noFill/>
                      </a:ln>
                      <a:latin typeface="KoPub돋움체 Bold" panose="02020603020101020101" pitchFamily="18" charset="-127"/>
                      <a:ea typeface="KoPub돋움체 Bold" panose="02020603020101020101" pitchFamily="18" charset="-127"/>
                    </a:endParaRPr>
                  </a:p>
                </p:txBody>
              </p:sp>
              <p:sp>
                <p:nvSpPr>
                  <p:cNvPr id="77" name="TextBox 76"/>
                  <p:cNvSpPr txBox="1"/>
                  <p:nvPr/>
                </p:nvSpPr>
                <p:spPr>
                  <a:xfrm>
                    <a:off x="4735261" y="697737"/>
                    <a:ext cx="145438" cy="1384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spAutoFit/>
                  </a:bodyPr>
                  <a:lstStyle>
                    <a:defPPr>
                      <a:defRPr lang="ko-KR"/>
                    </a:defPPr>
                    <a:lvl1pPr marR="0" lvl="0" indent="0" algn="ctr" fontAlgn="auto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kumimoji="1" sz="1050" b="0" spc="-150" baseline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Times New Roman" panose="02020603050405020304" pitchFamily="18" charset="0"/>
                        <a:ea typeface="KoPub돋움체 Bold" panose="02020603020101020101" pitchFamily="18" charset="-127"/>
                        <a:cs typeface="Times New Roman" panose="02020603050405020304" pitchFamily="18" charset="0"/>
                      </a:defRPr>
                    </a:lvl1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lang="en-US" altLang="ko-KR" sz="900" spc="0" dirty="0" smtClean="0">
                        <a:ln>
                          <a:noFill/>
                        </a:ln>
                        <a:latin typeface="KoPub돋움체 Bold" panose="00000800000000000000" pitchFamily="2" charset="-127"/>
                        <a:ea typeface="KoPub돋움체 Bold" panose="00000800000000000000" pitchFamily="2" charset="-127"/>
                      </a:rPr>
                      <a:t>VII</a:t>
                    </a:r>
                    <a:endParaRPr lang="ko-KR" altLang="en-US" sz="900" spc="0" dirty="0">
                      <a:ln>
                        <a:noFill/>
                      </a:ln>
                      <a:latin typeface="KoPub돋움체 Bold" panose="00000800000000000000" pitchFamily="2" charset="-127"/>
                      <a:ea typeface="KoPub돋움체 Bold" panose="00000800000000000000" pitchFamily="2" charset="-127"/>
                    </a:endParaRPr>
                  </a:p>
                </p:txBody>
              </p:sp>
            </p:grpSp>
            <p:grpSp>
              <p:nvGrpSpPr>
                <p:cNvPr id="73" name="그룹 72"/>
                <p:cNvGrpSpPr/>
                <p:nvPr/>
              </p:nvGrpSpPr>
              <p:grpSpPr>
                <a:xfrm>
                  <a:off x="5053438" y="174162"/>
                  <a:ext cx="1859544" cy="169277"/>
                  <a:chOff x="4094077" y="1092982"/>
                  <a:chExt cx="1859544" cy="169277"/>
                </a:xfrm>
              </p:grpSpPr>
              <p:sp>
                <p:nvSpPr>
                  <p:cNvPr id="74" name="Rectangle 19"/>
                  <p:cNvSpPr>
                    <a:spLocks noChangeArrowheads="1"/>
                  </p:cNvSpPr>
                  <p:nvPr/>
                </p:nvSpPr>
                <p:spPr bwMode="gray">
                  <a:xfrm>
                    <a:off x="4216710" y="1092982"/>
                    <a:ext cx="1736911" cy="16927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DCDCD">
                            <a:alpha val="50195"/>
                          </a:srgbClr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969696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0" tIns="0" rIns="7200" bIns="0" anchor="ctr">
                    <a:spAutoFit/>
                  </a:bodyPr>
                  <a:lstStyle/>
                  <a:p>
                    <a:pPr fontAlgn="ctr" latinLnBrk="0">
                      <a:spcBef>
                        <a:spcPct val="0"/>
                      </a:spcBef>
                      <a:spcAft>
                        <a:spcPct val="0"/>
                      </a:spcAft>
                      <a:buFont typeface="Symbol" pitchFamily="18" charset="2"/>
                      <a:buNone/>
                    </a:pPr>
                    <a:r>
                      <a:rPr kumimoji="1" lang="ko-KR" altLang="en-US" sz="1100" dirty="0" smtClean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rPr>
                      <a:t>상생협력 및 하도급계약 적정성</a:t>
                    </a:r>
                    <a:endParaRPr kumimoji="1" lang="ko-KR" altLang="en-US" sz="110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endParaRPr>
                  </a:p>
                </p:txBody>
              </p:sp>
              <p:cxnSp>
                <p:nvCxnSpPr>
                  <p:cNvPr id="75" name="직선 연결선 74"/>
                  <p:cNvCxnSpPr/>
                  <p:nvPr/>
                </p:nvCxnSpPr>
                <p:spPr>
                  <a:xfrm>
                    <a:off x="4094077" y="1177620"/>
                    <a:ext cx="92729" cy="0"/>
                  </a:xfrm>
                  <a:prstGeom prst="line">
                    <a:avLst/>
                  </a:prstGeom>
                  <a:ln w="12700">
                    <a:solidFill>
                      <a:srgbClr val="004B98"/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0" name="타원 59"/>
              <p:cNvSpPr/>
              <p:nvPr/>
            </p:nvSpPr>
            <p:spPr bwMode="gray">
              <a:xfrm>
                <a:off x="4785458" y="160337"/>
                <a:ext cx="196926" cy="196926"/>
              </a:xfrm>
              <a:prstGeom prst="ellipse">
                <a:avLst/>
              </a:prstGeom>
              <a:solidFill>
                <a:srgbClr val="708490">
                  <a:alpha val="30000"/>
                </a:srgbClr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900" b="1" dirty="0">
                  <a:ln>
                    <a:noFill/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4815171" y="189550"/>
                <a:ext cx="13750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>
                <a:defPPr>
                  <a:defRPr lang="ko-KR"/>
                </a:defPPr>
                <a:lvl1pPr lvl="0" algn="ctr">
                  <a:defRPr sz="1200" b="0" spc="-50" baseline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Times New Roman" panose="02020603050405020304" pitchFamily="18" charset="0"/>
                  </a:defRPr>
                </a:lvl1pPr>
              </a:lstStyle>
              <a:p>
                <a:r>
                  <a:rPr lang="en-US" altLang="ko-KR" sz="900" spc="0" dirty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VI</a:t>
                </a:r>
                <a:endParaRPr lang="ko-KR" altLang="en-US" sz="900" spc="0" dirty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grpSp>
            <p:nvGrpSpPr>
              <p:cNvPr id="62" name="그룹 61"/>
              <p:cNvGrpSpPr/>
              <p:nvPr userDrawn="1"/>
            </p:nvGrpSpPr>
            <p:grpSpPr>
              <a:xfrm>
                <a:off x="4283735" y="160337"/>
                <a:ext cx="196926" cy="196926"/>
                <a:chOff x="3827909" y="160337"/>
                <a:chExt cx="196926" cy="196926"/>
              </a:xfrm>
            </p:grpSpPr>
            <p:sp>
              <p:nvSpPr>
                <p:cNvPr id="70" name="타원 69"/>
                <p:cNvSpPr/>
                <p:nvPr userDrawn="1"/>
              </p:nvSpPr>
              <p:spPr bwMode="gray">
                <a:xfrm>
                  <a:off x="3827909" y="160337"/>
                  <a:ext cx="196926" cy="196926"/>
                </a:xfrm>
                <a:prstGeom prst="ellipse">
                  <a:avLst/>
                </a:prstGeom>
                <a:solidFill>
                  <a:srgbClr val="708490">
                    <a:alpha val="30000"/>
                  </a:srgbClr>
                </a:solidFill>
                <a:ln>
                  <a:noFill/>
                </a:ln>
                <a:ex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900" b="1" dirty="0">
                    <a:ln>
                      <a:noFill/>
                    </a:ln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1" name="TextBox 70"/>
                <p:cNvSpPr txBox="1"/>
                <p:nvPr userDrawn="1"/>
              </p:nvSpPr>
              <p:spPr>
                <a:xfrm>
                  <a:off x="3868191" y="189550"/>
                  <a:ext cx="126930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ko-KR"/>
                  </a:defPPr>
                  <a:lvl1pPr marR="0" lvl="0" indent="0" algn="ctr" fontAlgn="auto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1" sz="1100" b="0" spc="-150" baseline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KoPub돋움체 Bold" panose="02020603020101020101" pitchFamily="18" charset="-127"/>
                      <a:cs typeface="Times New Roman" panose="02020603050405020304" pitchFamily="18" charset="0"/>
                    </a:defRPr>
                  </a:lvl1pPr>
                </a:lstStyle>
                <a:p>
                  <a:pPr>
                    <a:defRPr/>
                  </a:pPr>
                  <a:r>
                    <a:rPr lang="en-US" altLang="ko-KR" sz="900" spc="0" dirty="0" smtClean="0">
                      <a:ln>
                        <a:noFill/>
                      </a:ln>
                      <a:solidFill>
                        <a:schemeClr val="bg1"/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rPr>
                    <a:t>IV</a:t>
                  </a:r>
                  <a:endParaRPr lang="ko-KR" altLang="en-US" sz="900" spc="0" dirty="0">
                    <a:ln>
                      <a:noFill/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</p:grpSp>
          <p:grpSp>
            <p:nvGrpSpPr>
              <p:cNvPr id="64" name="그룹 63"/>
              <p:cNvGrpSpPr/>
              <p:nvPr userDrawn="1"/>
            </p:nvGrpSpPr>
            <p:grpSpPr>
              <a:xfrm>
                <a:off x="4033240" y="160337"/>
                <a:ext cx="196926" cy="196926"/>
                <a:chOff x="3864322" y="160337"/>
                <a:chExt cx="196926" cy="196926"/>
              </a:xfrm>
            </p:grpSpPr>
            <p:sp>
              <p:nvSpPr>
                <p:cNvPr id="68" name="타원 67"/>
                <p:cNvSpPr/>
                <p:nvPr userDrawn="1"/>
              </p:nvSpPr>
              <p:spPr bwMode="gray">
                <a:xfrm>
                  <a:off x="3864322" y="160337"/>
                  <a:ext cx="196926" cy="196926"/>
                </a:xfrm>
                <a:prstGeom prst="ellipse">
                  <a:avLst/>
                </a:prstGeom>
                <a:solidFill>
                  <a:srgbClr val="708490">
                    <a:alpha val="30000"/>
                  </a:srgbClr>
                </a:solidFill>
                <a:ln>
                  <a:noFill/>
                </a:ln>
                <a:ex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900" b="1" dirty="0">
                    <a:ln>
                      <a:noFill/>
                    </a:ln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9" name="TextBox 68"/>
                <p:cNvSpPr txBox="1"/>
                <p:nvPr userDrawn="1"/>
              </p:nvSpPr>
              <p:spPr>
                <a:xfrm>
                  <a:off x="3894035" y="189550"/>
                  <a:ext cx="137500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ko-KR"/>
                  </a:defPPr>
                  <a:lvl1pPr lvl="0" algn="ctr">
                    <a:defRPr sz="1200" b="0" spc="-50" baseline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chemeClr val="bg1"/>
                      </a:soli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cs typeface="Times New Roman" panose="02020603050405020304" pitchFamily="18" charset="0"/>
                    </a:defRPr>
                  </a:lvl1pPr>
                </a:lstStyle>
                <a:p>
                  <a:pPr lvl="0">
                    <a:defRPr/>
                  </a:pPr>
                  <a:r>
                    <a:rPr lang="en-US" altLang="ko-KR" sz="900" spc="0" dirty="0" smtClean="0">
                      <a:ln>
                        <a:noFill/>
                      </a:ln>
                      <a:latin typeface="KoPub돋움체 Bold" panose="00000800000000000000" pitchFamily="2" charset="-127"/>
                      <a:ea typeface="KoPub돋움체 Bold" panose="00000800000000000000" pitchFamily="2" charset="-127"/>
                    </a:rPr>
                    <a:t>III</a:t>
                  </a:r>
                  <a:endParaRPr lang="ko-KR" altLang="en-US" sz="900" spc="0" dirty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</p:grpSp>
          <p:grpSp>
            <p:nvGrpSpPr>
              <p:cNvPr id="65" name="그룹 64"/>
              <p:cNvGrpSpPr/>
              <p:nvPr userDrawn="1"/>
            </p:nvGrpSpPr>
            <p:grpSpPr>
              <a:xfrm>
                <a:off x="3791296" y="160337"/>
                <a:ext cx="196926" cy="196926"/>
                <a:chOff x="3797648" y="160337"/>
                <a:chExt cx="196926" cy="196926"/>
              </a:xfrm>
            </p:grpSpPr>
            <p:sp>
              <p:nvSpPr>
                <p:cNvPr id="66" name="타원 65"/>
                <p:cNvSpPr/>
                <p:nvPr userDrawn="1"/>
              </p:nvSpPr>
              <p:spPr bwMode="gray">
                <a:xfrm>
                  <a:off x="3797648" y="160337"/>
                  <a:ext cx="196926" cy="196926"/>
                </a:xfrm>
                <a:prstGeom prst="ellipse">
                  <a:avLst/>
                </a:prstGeom>
                <a:solidFill>
                  <a:srgbClr val="708490">
                    <a:alpha val="30000"/>
                  </a:srgbClr>
                </a:solidFill>
                <a:ln>
                  <a:noFill/>
                </a:ln>
                <a:ex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ko-KR" altLang="en-US" sz="900" b="1" dirty="0">
                    <a:ln>
                      <a:noFill/>
                    </a:ln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7" name="TextBox 66"/>
                <p:cNvSpPr txBox="1"/>
                <p:nvPr userDrawn="1"/>
              </p:nvSpPr>
              <p:spPr>
                <a:xfrm>
                  <a:off x="3829932" y="189550"/>
                  <a:ext cx="141882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ko-KR"/>
                  </a:defPPr>
                  <a:lvl1pPr marR="0" lvl="0" indent="0" algn="ctr" fontAlgn="auto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1" sz="1100" b="0" spc="-150" baseline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KoPub돋움체 Bold" panose="02020603020101020101" pitchFamily="18" charset="-127"/>
                      <a:cs typeface="Times New Roman" panose="02020603050405020304" pitchFamily="18" charset="0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900" b="0" kern="1200" spc="0" baseline="0" dirty="0" smtClean="0">
                      <a:ln>
                        <a:noFill/>
                      </a:ln>
                      <a:latin typeface="KoPub돋움체 Bold" panose="00000800000000000000" pitchFamily="2" charset="-127"/>
                      <a:ea typeface="KoPub돋움체 Bold" panose="00000800000000000000" pitchFamily="2" charset="-127"/>
                      <a:cs typeface="Times New Roman" panose="02020603050405020304" pitchFamily="18" charset="0"/>
                    </a:rPr>
                    <a:t>II</a:t>
                  </a:r>
                  <a:endParaRPr kumimoji="1" lang="ko-KR" altLang="en-US" sz="900" b="0" kern="1200" spc="0" baseline="0" dirty="0" smtClean="0">
                    <a:ln>
                      <a:noFill/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79" name="타원 78"/>
            <p:cNvSpPr/>
            <p:nvPr userDrawn="1"/>
          </p:nvSpPr>
          <p:spPr bwMode="gray">
            <a:xfrm>
              <a:off x="3185688" y="160337"/>
              <a:ext cx="196926" cy="196926"/>
            </a:xfrm>
            <a:prstGeom prst="ellipse">
              <a:avLst/>
            </a:prstGeom>
            <a:solidFill>
              <a:srgbClr val="708490">
                <a:alpha val="30000"/>
              </a:srgbClr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900" b="1" dirty="0">
                <a:ln>
                  <a:noFill/>
                </a:ln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TextBox 79"/>
            <p:cNvSpPr txBox="1"/>
            <p:nvPr userDrawn="1"/>
          </p:nvSpPr>
          <p:spPr>
            <a:xfrm>
              <a:off x="3133959" y="189550"/>
              <a:ext cx="309908" cy="1384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ko-KR"/>
              </a:defPPr>
              <a:lvl1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100" b="0" spc="-150" baseline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Times New Roman" panose="02020603050405020304" pitchFamily="18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kern="1200" spc="0" baseline="0" dirty="0" smtClean="0">
                  <a:ln>
                    <a:noFill/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  <a:cs typeface="Times New Roman" panose="02020603050405020304" pitchFamily="18" charset="0"/>
                </a:rPr>
                <a:t>I</a:t>
              </a:r>
              <a:endParaRPr kumimoji="1" lang="ko-KR" altLang="en-US" sz="900" b="0" kern="1200" spc="0" baseline="0" dirty="0" smtClean="0">
                <a:ln>
                  <a:noFill/>
                </a:ln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08572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별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그룹 53"/>
          <p:cNvGrpSpPr/>
          <p:nvPr userDrawn="1"/>
        </p:nvGrpSpPr>
        <p:grpSpPr>
          <a:xfrm>
            <a:off x="0" y="-1"/>
            <a:ext cx="6858000" cy="2000673"/>
            <a:chOff x="0" y="-1"/>
            <a:chExt cx="6858000" cy="2000673"/>
          </a:xfrm>
        </p:grpSpPr>
        <p:sp>
          <p:nvSpPr>
            <p:cNvPr id="55" name="직사각형 54"/>
            <p:cNvSpPr/>
            <p:nvPr userDrawn="1"/>
          </p:nvSpPr>
          <p:spPr>
            <a:xfrm>
              <a:off x="0" y="-1"/>
              <a:ext cx="6858000" cy="781051"/>
            </a:xfrm>
            <a:prstGeom prst="rect">
              <a:avLst/>
            </a:prstGeom>
            <a:solidFill>
              <a:srgbClr val="E4ED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>
                <a:ln>
                  <a:noFill/>
                </a:ln>
              </a:endParaRPr>
            </a:p>
          </p:txBody>
        </p:sp>
        <p:sp>
          <p:nvSpPr>
            <p:cNvPr id="56" name="직사각형 55"/>
            <p:cNvSpPr/>
            <p:nvPr userDrawn="1"/>
          </p:nvSpPr>
          <p:spPr>
            <a:xfrm>
              <a:off x="167640" y="441399"/>
              <a:ext cx="6522720" cy="15592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noFill/>
                </a:ln>
              </a:endParaRPr>
            </a:p>
          </p:txBody>
        </p:sp>
      </p:grpSp>
      <p:grpSp>
        <p:nvGrpSpPr>
          <p:cNvPr id="85" name="그룹 84"/>
          <p:cNvGrpSpPr/>
          <p:nvPr userDrawn="1"/>
        </p:nvGrpSpPr>
        <p:grpSpPr>
          <a:xfrm>
            <a:off x="330201" y="9455378"/>
            <a:ext cx="6197600" cy="83734"/>
            <a:chOff x="330201" y="9477603"/>
            <a:chExt cx="6197600" cy="83734"/>
          </a:xfrm>
        </p:grpSpPr>
        <p:grpSp>
          <p:nvGrpSpPr>
            <p:cNvPr id="86" name="그룹 85"/>
            <p:cNvGrpSpPr/>
            <p:nvPr userDrawn="1"/>
          </p:nvGrpSpPr>
          <p:grpSpPr>
            <a:xfrm>
              <a:off x="330201" y="9477603"/>
              <a:ext cx="2844000" cy="83734"/>
              <a:chOff x="366713" y="9477603"/>
              <a:chExt cx="2814021" cy="83734"/>
            </a:xfrm>
          </p:grpSpPr>
          <p:sp>
            <p:nvSpPr>
              <p:cNvPr id="90" name="Line 26"/>
              <p:cNvSpPr>
                <a:spLocks noChangeShapeType="1"/>
              </p:cNvSpPr>
              <p:nvPr/>
            </p:nvSpPr>
            <p:spPr bwMode="auto">
              <a:xfrm>
                <a:off x="366713" y="9520739"/>
                <a:ext cx="2812256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91" name="Line 27"/>
              <p:cNvSpPr>
                <a:spLocks noChangeShapeType="1"/>
              </p:cNvSpPr>
              <p:nvPr/>
            </p:nvSpPr>
            <p:spPr bwMode="auto">
              <a:xfrm>
                <a:off x="3180734" y="9477603"/>
                <a:ext cx="0" cy="83734"/>
              </a:xfrm>
              <a:prstGeom prst="line">
                <a:avLst/>
              </a:prstGeom>
              <a:noFill/>
              <a:ln w="127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87" name="그룹 86"/>
            <p:cNvGrpSpPr/>
            <p:nvPr userDrawn="1"/>
          </p:nvGrpSpPr>
          <p:grpSpPr>
            <a:xfrm flipH="1">
              <a:off x="3683801" y="9477603"/>
              <a:ext cx="2844000" cy="83734"/>
              <a:chOff x="366713" y="9477603"/>
              <a:chExt cx="2814021" cy="83734"/>
            </a:xfrm>
          </p:grpSpPr>
          <p:sp>
            <p:nvSpPr>
              <p:cNvPr id="88" name="Line 26"/>
              <p:cNvSpPr>
                <a:spLocks noChangeShapeType="1"/>
              </p:cNvSpPr>
              <p:nvPr/>
            </p:nvSpPr>
            <p:spPr bwMode="auto">
              <a:xfrm>
                <a:off x="366713" y="9520739"/>
                <a:ext cx="2812256" cy="0"/>
              </a:xfrm>
              <a:prstGeom prst="line">
                <a:avLst/>
              </a:prstGeom>
              <a:noFill/>
              <a:ln w="635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89" name="Line 27"/>
              <p:cNvSpPr>
                <a:spLocks noChangeShapeType="1"/>
              </p:cNvSpPr>
              <p:nvPr/>
            </p:nvSpPr>
            <p:spPr bwMode="auto">
              <a:xfrm>
                <a:off x="3180734" y="9477603"/>
                <a:ext cx="0" cy="83734"/>
              </a:xfrm>
              <a:prstGeom prst="line">
                <a:avLst/>
              </a:prstGeom>
              <a:noFill/>
              <a:ln w="12700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noFill/>
                  </a:ln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</p:grpSp>
      <p:sp>
        <p:nvSpPr>
          <p:cNvPr id="92" name="Rectangle 24"/>
          <p:cNvSpPr>
            <a:spLocks noChangeArrowheads="1"/>
          </p:cNvSpPr>
          <p:nvPr userDrawn="1"/>
        </p:nvSpPr>
        <p:spPr bwMode="auto">
          <a:xfrm>
            <a:off x="3161195" y="9442678"/>
            <a:ext cx="53768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algn="ctr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b="0" kern="1200" spc="-30" baseline="0" dirty="0" smtClean="0">
                <a:ln>
                  <a:noFill/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별첨</a:t>
            </a:r>
            <a:r>
              <a:rPr kumimoji="1" lang="en-US" altLang="ko-KR" sz="800" b="0" kern="1200" spc="-30" baseline="0" dirty="0" smtClean="0">
                <a:ln>
                  <a:noFill/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 - </a:t>
            </a:r>
            <a:fld id="{FE5B6C78-2B77-4BFC-88E3-F5948F31982E}" type="slidenum">
              <a:rPr kumimoji="1" lang="en-US" altLang="ko-KR" sz="800" b="0" kern="1200" spc="-30" baseline="0" smtClean="0">
                <a:ln>
                  <a:noFill/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pPr marL="0" algn="ctr" defTabSz="914400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 sz="800" b="0" kern="1200" spc="-30" baseline="0" dirty="0" smtClean="0">
              <a:ln>
                <a:noFill/>
              </a:ln>
              <a:solidFill>
                <a:srgbClr val="5F5F5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+mn-cs"/>
            </a:endParaRPr>
          </a:p>
        </p:txBody>
      </p:sp>
      <p:sp>
        <p:nvSpPr>
          <p:cNvPr id="94" name="Rectangle 19"/>
          <p:cNvSpPr>
            <a:spLocks noChangeArrowheads="1"/>
          </p:cNvSpPr>
          <p:nvPr userDrawn="1"/>
        </p:nvSpPr>
        <p:spPr bwMode="gray">
          <a:xfrm>
            <a:off x="6288005" y="174162"/>
            <a:ext cx="246862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DCDCD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6969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lvl="0" algn="r" defTabSz="914400" rtl="0" eaLnBrk="1" fontAlgn="ctr" latinLnBrk="0" hangingPunct="1">
              <a:spcBef>
                <a:spcPct val="0"/>
              </a:spcBef>
              <a:spcAft>
                <a:spcPct val="0"/>
              </a:spcAft>
              <a:buFont typeface="Symbol" pitchFamily="18" charset="2"/>
              <a:buNone/>
            </a:pPr>
            <a:r>
              <a:rPr kumimoji="1" lang="ko-KR" altLang="en-US" sz="1100" b="0" kern="1200" spc="0" baseline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별첨</a:t>
            </a:r>
            <a:endParaRPr kumimoji="1" lang="ko-KR" altLang="en-US" sz="1100" b="0" kern="1200" spc="0" baseline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330200" y="9588446"/>
            <a:ext cx="6206305" cy="207211"/>
            <a:chOff x="330200" y="9588446"/>
            <a:chExt cx="6206305" cy="207211"/>
          </a:xfrm>
        </p:grpSpPr>
        <p:pic>
          <p:nvPicPr>
            <p:cNvPr id="18" name="그림 17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30200" y="9588446"/>
              <a:ext cx="558801" cy="189133"/>
            </a:xfrm>
            <a:prstGeom prst="rect">
              <a:avLst/>
            </a:prstGeom>
          </p:spPr>
        </p:pic>
        <p:sp>
          <p:nvSpPr>
            <p:cNvPr id="19" name="Text Box 9"/>
            <p:cNvSpPr txBox="1">
              <a:spLocks noChangeArrowheads="1"/>
            </p:cNvSpPr>
            <p:nvPr userDrawn="1"/>
          </p:nvSpPr>
          <p:spPr bwMode="auto">
            <a:xfrm>
              <a:off x="3520061" y="9655363"/>
              <a:ext cx="3016444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>
              <a:defPPr>
                <a:defRPr lang="ko-KR"/>
              </a:defPPr>
              <a:lvl1pPr marL="0" algn="r" defTabSz="957474" eaLnBrk="0" hangingPunct="0">
                <a:defRPr sz="7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defRPr>
              </a:lvl1pPr>
              <a:lvl2pPr marL="457028" defTabSz="914057" eaLnBrk="1" hangingPunct="1">
                <a:defRPr sz="1800">
                  <a:latin typeface="+mn-lt"/>
                  <a:ea typeface="+mn-ea"/>
                </a:defRPr>
              </a:lvl2pPr>
              <a:lvl3pPr marL="914057" defTabSz="914057" eaLnBrk="1" hangingPunct="1">
                <a:defRPr sz="1800">
                  <a:latin typeface="+mn-lt"/>
                  <a:ea typeface="+mn-ea"/>
                </a:defRPr>
              </a:lvl3pPr>
              <a:lvl4pPr marL="1371084" defTabSz="914057" eaLnBrk="1" hangingPunct="1">
                <a:defRPr sz="1800">
                  <a:latin typeface="+mn-lt"/>
                  <a:ea typeface="+mn-ea"/>
                </a:defRPr>
              </a:lvl4pPr>
              <a:lvl5pPr marL="1828109" defTabSz="914057" eaLnBrk="1" hangingPunct="1">
                <a:defRPr sz="1800">
                  <a:latin typeface="+mn-lt"/>
                  <a:ea typeface="+mn-ea"/>
                </a:defRPr>
              </a:lvl5pPr>
              <a:lvl6pPr marL="2285133" defTabSz="914057">
                <a:defRPr sz="1800">
                  <a:latin typeface="+mn-lt"/>
                  <a:ea typeface="+mn-ea"/>
                </a:defRPr>
              </a:lvl6pPr>
              <a:lvl7pPr marL="2742172" defTabSz="914057">
                <a:defRPr sz="1800">
                  <a:latin typeface="+mn-lt"/>
                  <a:ea typeface="+mn-ea"/>
                </a:defRPr>
              </a:lvl7pPr>
              <a:lvl8pPr marL="3199191" defTabSz="914057">
                <a:defRPr sz="1800">
                  <a:latin typeface="+mn-lt"/>
                  <a:ea typeface="+mn-ea"/>
                </a:defRPr>
              </a:lvl8pPr>
              <a:lvl9pPr marL="3656218" defTabSz="914057">
                <a:defRPr sz="1800">
                  <a:latin typeface="+mn-lt"/>
                  <a:ea typeface="+mn-ea"/>
                </a:defRPr>
              </a:lvl9pPr>
            </a:lstStyle>
            <a:p>
              <a:pPr lvl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dirty="0" smtClean="0">
                  <a:ln>
                    <a:noFill/>
                  </a:ln>
                </a:rPr>
                <a:t>Copyright 2025. Samsung SDS Co., Ltd. All rights reserved.  |  Confidential</a:t>
              </a:r>
            </a:p>
          </p:txBody>
        </p:sp>
        <p:sp>
          <p:nvSpPr>
            <p:cNvPr id="20" name="Rectangle 4"/>
            <p:cNvSpPr>
              <a:spLocks noChangeArrowheads="1"/>
            </p:cNvSpPr>
            <p:nvPr userDrawn="1"/>
          </p:nvSpPr>
          <p:spPr bwMode="auto">
            <a:xfrm>
              <a:off x="947888" y="9595602"/>
              <a:ext cx="2481111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4E5F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BBD6F3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>
              <a:spAutoFit/>
            </a:bodyPr>
            <a:lstStyle/>
            <a:p>
              <a:pPr marL="217488" indent="-217488" algn="l" defTabSz="914400" rtl="0" eaLnBrk="1" latinLnBrk="0" hangingPunct="1"/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공공안녕 위험 예방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대응 강화를 위한 </a:t>
              </a:r>
              <a:endParaRPr lang="en-US" altLang="ko-KR" sz="650" kern="1200" spc="-30" baseline="0" dirty="0" smtClean="0">
                <a:ln>
                  <a:noFill/>
                </a:ln>
                <a:solidFill>
                  <a:srgbClr val="78787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endParaRPr>
            </a:p>
            <a:p>
              <a:pPr marL="217488" indent="-217488" algn="l" defTabSz="914400" rtl="0" eaLnBrk="1" latinLnBrk="0" hangingPunct="1"/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인공지능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err="1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빅데이터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 기반 치안정보 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『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과학적 분석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예측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·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관리</a:t>
              </a:r>
              <a:r>
                <a:rPr lang="en-US" altLang="ko-KR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』 </a:t>
              </a:r>
              <a:r>
                <a:rPr lang="ko-KR" altLang="en-US" sz="650" kern="1200" spc="-30" baseline="0" dirty="0" smtClean="0">
                  <a:ln>
                    <a:noFill/>
                  </a:ln>
                  <a:solidFill>
                    <a:srgbClr val="787878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디지털 플랫폼 구축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29485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127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762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708" r:id="rId2"/>
    <p:sldLayoutId id="2147483706" r:id="rId3"/>
    <p:sldLayoutId id="2147483699" r:id="rId4"/>
    <p:sldLayoutId id="2147483700" r:id="rId5"/>
    <p:sldLayoutId id="2147483701" r:id="rId6"/>
    <p:sldLayoutId id="2147483702" r:id="rId7"/>
    <p:sldLayoutId id="2147483707" r:id="rId8"/>
    <p:sldLayoutId id="2147483710" r:id="rId9"/>
    <p:sldLayoutId id="2147483713" r:id="rId10"/>
    <p:sldLayoutId id="214748371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0005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558205" y="2416032"/>
            <a:ext cx="5369718" cy="486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BEE4CC"/>
                    </a:gs>
                    <a:gs pos="50000">
                      <a:srgbClr val="FFFFFF"/>
                    </a:gs>
                    <a:gs pos="100000">
                      <a:srgbClr val="BEE4CC"/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anchor="t">
            <a:spAutoFit/>
          </a:bodyPr>
          <a:lstStyle>
            <a:lvl1pPr eaLnBrk="0" hangingPunct="0">
              <a:defRPr kumimoji="1" sz="600">
                <a:solidFill>
                  <a:schemeClr val="tx1"/>
                </a:solidFill>
                <a:latin typeface="나눔고딕OTF Bold" pitchFamily="50" charset="-127"/>
                <a:ea typeface="나눔고딕OTF Bold" pitchFamily="50" charset="-127"/>
              </a:defRPr>
            </a:lvl1pPr>
            <a:lvl2pPr marL="742950" indent="-285750" eaLnBrk="0" hangingPunct="0">
              <a:defRPr kumimoji="1" sz="600">
                <a:solidFill>
                  <a:schemeClr val="tx1"/>
                </a:solidFill>
                <a:latin typeface="나눔고딕OTF Bold" pitchFamily="50" charset="-127"/>
                <a:ea typeface="나눔고딕OTF Bold" pitchFamily="50" charset="-127"/>
              </a:defRPr>
            </a:lvl2pPr>
            <a:lvl3pPr marL="1143000" indent="-228600" eaLnBrk="0" hangingPunct="0">
              <a:defRPr kumimoji="1" sz="600">
                <a:solidFill>
                  <a:schemeClr val="tx1"/>
                </a:solidFill>
                <a:latin typeface="나눔고딕OTF Bold" pitchFamily="50" charset="-127"/>
                <a:ea typeface="나눔고딕OTF Bold" pitchFamily="50" charset="-127"/>
              </a:defRPr>
            </a:lvl3pPr>
            <a:lvl4pPr marL="1600200" indent="-228600" eaLnBrk="0" hangingPunct="0">
              <a:defRPr kumimoji="1" sz="600">
                <a:solidFill>
                  <a:schemeClr val="tx1"/>
                </a:solidFill>
                <a:latin typeface="나눔고딕OTF Bold" pitchFamily="50" charset="-127"/>
                <a:ea typeface="나눔고딕OTF Bold" pitchFamily="50" charset="-127"/>
              </a:defRPr>
            </a:lvl4pPr>
            <a:lvl5pPr marL="2057400" indent="-228600" eaLnBrk="0" hangingPunct="0">
              <a:defRPr kumimoji="1" sz="600">
                <a:solidFill>
                  <a:schemeClr val="tx1"/>
                </a:solidFill>
                <a:latin typeface="나눔고딕OTF Bold" pitchFamily="50" charset="-127"/>
                <a:ea typeface="나눔고딕OTF Bold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00">
                <a:solidFill>
                  <a:schemeClr val="tx1"/>
                </a:solidFill>
                <a:latin typeface="나눔고딕OTF Bold" pitchFamily="50" charset="-127"/>
                <a:ea typeface="나눔고딕OTF Bold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00">
                <a:solidFill>
                  <a:schemeClr val="tx1"/>
                </a:solidFill>
                <a:latin typeface="나눔고딕OTF Bold" pitchFamily="50" charset="-127"/>
                <a:ea typeface="나눔고딕OTF Bold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00">
                <a:solidFill>
                  <a:schemeClr val="tx1"/>
                </a:solidFill>
                <a:latin typeface="나눔고딕OTF Bold" pitchFamily="50" charset="-127"/>
                <a:ea typeface="나눔고딕OTF Bold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00">
                <a:solidFill>
                  <a:schemeClr val="tx1"/>
                </a:solidFill>
                <a:latin typeface="나눔고딕OTF Bold" pitchFamily="50" charset="-127"/>
                <a:ea typeface="나눔고딕OTF Bold" pitchFamily="50" charset="-127"/>
              </a:defRPr>
            </a:lvl9pPr>
          </a:lstStyle>
          <a:p>
            <a:pPr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3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저희 삼성</a:t>
            </a:r>
            <a:r>
              <a:rPr lang="en-US" altLang="ko-KR" sz="13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SDS</a:t>
            </a:r>
            <a:r>
              <a:rPr lang="ko-KR" altLang="en-US" sz="13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가 그 동안 수행해 온 많은 프로젝트 </a:t>
            </a:r>
            <a:r>
              <a:rPr lang="ko-KR" altLang="en-US" sz="1300" dirty="0" smtClean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경험과</a:t>
            </a:r>
            <a:r>
              <a:rPr lang="en-US" altLang="ko-KR" sz="1300" dirty="0" smtClean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/>
            </a:r>
            <a:br>
              <a:rPr lang="en-US" altLang="ko-KR" sz="1300" dirty="0" smtClean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</a:br>
            <a:r>
              <a:rPr lang="ko-KR" altLang="en-US" sz="1300" dirty="0" smtClean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선 수행한 본 </a:t>
            </a:r>
            <a:r>
              <a:rPr lang="ko-KR" altLang="en-US" sz="13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프로젝트 경험을 바탕으로 최적의 서비스를 제공 하겠습니다</a:t>
            </a:r>
            <a:r>
              <a:rPr lang="en-US" altLang="ko-KR" sz="13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3645024" y="8517396"/>
            <a:ext cx="2184276" cy="285527"/>
            <a:chOff x="3612012" y="8517396"/>
            <a:chExt cx="2184276" cy="285527"/>
          </a:xfrm>
        </p:grpSpPr>
        <p:sp>
          <p:nvSpPr>
            <p:cNvPr id="14" name="Text Box 6"/>
            <p:cNvSpPr txBox="1">
              <a:spLocks noChangeArrowheads="1"/>
            </p:cNvSpPr>
            <p:nvPr/>
          </p:nvSpPr>
          <p:spPr bwMode="auto">
            <a:xfrm>
              <a:off x="3612012" y="8609100"/>
              <a:ext cx="1129250" cy="175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no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825625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2828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7400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1972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6544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latinLnBrk="0">
                <a:lnSpc>
                  <a:spcPct val="160000"/>
                </a:lnSpc>
              </a:pPr>
              <a:r>
                <a:rPr lang="ko-KR" altLang="en-US" sz="900" dirty="0" err="1" smtClean="0">
                  <a:solidFill>
                    <a:prstClr val="black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삼성에스디에스주식회사</a:t>
              </a:r>
              <a:r>
                <a:rPr lang="ko-KR" altLang="en-US" sz="900" dirty="0" smtClean="0">
                  <a:solidFill>
                    <a:prstClr val="black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 </a:t>
              </a:r>
              <a:r>
                <a:rPr lang="ko-KR" altLang="en-US" sz="900" dirty="0">
                  <a:solidFill>
                    <a:prstClr val="black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대표이사  사장 </a:t>
              </a:r>
              <a:endParaRPr lang="en-US" altLang="ko-KR" sz="900" dirty="0"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5" name="Text Box 6"/>
            <p:cNvSpPr txBox="1">
              <a:spLocks noChangeArrowheads="1"/>
            </p:cNvSpPr>
            <p:nvPr/>
          </p:nvSpPr>
          <p:spPr bwMode="auto">
            <a:xfrm>
              <a:off x="4847058" y="8517396"/>
              <a:ext cx="949230" cy="2855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no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825625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2828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7400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1972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6544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r" latinLnBrk="0">
                <a:lnSpc>
                  <a:spcPct val="160000"/>
                </a:lnSpc>
              </a:pPr>
              <a:r>
                <a:rPr lang="ko-KR" altLang="en-US" sz="1400" dirty="0" smtClean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황 </a:t>
              </a:r>
              <a:r>
                <a:rPr lang="ko-KR" altLang="en-US" sz="1400" dirty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성</a:t>
              </a:r>
              <a:r>
                <a:rPr lang="ko-KR" altLang="en-US" sz="1400" dirty="0" smtClean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</a:t>
              </a:r>
              <a:r>
                <a:rPr lang="ko-KR" altLang="en-US" sz="1400" dirty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우</a:t>
              </a:r>
              <a:endParaRPr lang="en-US" altLang="ko-KR" sz="1400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cxnSp>
        <p:nvCxnSpPr>
          <p:cNvPr id="16" name="직선 연결선 15"/>
          <p:cNvCxnSpPr/>
          <p:nvPr/>
        </p:nvCxnSpPr>
        <p:spPr>
          <a:xfrm>
            <a:off x="3243064" y="8880799"/>
            <a:ext cx="2586236" cy="0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1021490" y="3613181"/>
            <a:ext cx="4807810" cy="3849772"/>
          </a:xfrm>
          <a:prstGeom prst="rect">
            <a:avLst/>
          </a:prstGeom>
          <a:noFill/>
          <a:ln>
            <a:noFill/>
          </a:ln>
          <a:effectLst>
            <a:outerShdw blurRad="114300" dist="35921" dir="2700000" sx="99000" sy="99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18256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2828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7400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1972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6544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just" fontAlgn="base" latinLnBrk="0">
              <a:lnSpc>
                <a:spcPct val="120000"/>
              </a:lnSpc>
              <a:spcBef>
                <a:spcPct val="0"/>
              </a:spcBef>
              <a:spcAft>
                <a:spcPts val="1600"/>
              </a:spcAft>
            </a:pP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금번 </a:t>
            </a:r>
            <a:r>
              <a:rPr lang="en-US" altLang="ko-KR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000</a:t>
            </a:r>
            <a:r>
              <a:rPr lang="ko-KR" altLang="en-U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에서 </a:t>
            </a: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추진하고 계신 </a:t>
            </a:r>
            <a:r>
              <a:rPr lang="en-US" altLang="ko-KR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『</a:t>
            </a:r>
            <a:r>
              <a:rPr lang="en-US" altLang="ko-KR" sz="1100" dirty="0" smtClean="0"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000</a:t>
            </a:r>
            <a:r>
              <a:rPr lang="en-US" altLang="ko-KR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』</a:t>
            </a: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사업을 위한 </a:t>
            </a:r>
            <a:r>
              <a:rPr lang="ko-KR" altLang="en-U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제안에 저희 </a:t>
            </a: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삼성</a:t>
            </a:r>
            <a:r>
              <a:rPr lang="en-US" altLang="ko-KR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SDS</a:t>
            </a:r>
            <a:r>
              <a:rPr lang="ko-KR" altLang="en-U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 참여할 </a:t>
            </a: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 있도록 배려하여 주신데 대해 </a:t>
            </a:r>
            <a:r>
              <a:rPr lang="ko-KR" altLang="en-U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진심으로 감사 </a:t>
            </a: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드립니다</a:t>
            </a:r>
            <a:r>
              <a:rPr lang="en-US" altLang="ko-K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 </a:t>
            </a:r>
          </a:p>
          <a:p>
            <a:pPr algn="just" fontAlgn="base" latinLnBrk="0">
              <a:lnSpc>
                <a:spcPct val="120000"/>
              </a:lnSpc>
              <a:spcBef>
                <a:spcPct val="0"/>
              </a:spcBef>
              <a:spcAft>
                <a:spcPts val="1600"/>
              </a:spcAft>
            </a:pPr>
            <a:r>
              <a:rPr lang="ko-KR" altLang="en-U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저희 </a:t>
            </a: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삼성</a:t>
            </a:r>
            <a:r>
              <a:rPr lang="en-US" altLang="ko-K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SDS</a:t>
            </a: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는 자타가 공인하는 최고의 인력과 탁월한 기술력을 바탕으로 정보기술 서비스 분야에서 국내 최초로 전 부문에 걸쳐 </a:t>
            </a:r>
            <a:r>
              <a:rPr lang="en-US" altLang="ko-K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ISO9001</a:t>
            </a: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과 국내 </a:t>
            </a:r>
            <a:r>
              <a:rPr lang="ko-KR" altLang="en-U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최초의</a:t>
            </a:r>
            <a:r>
              <a:rPr lang="en-US" altLang="ko-KR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/>
            </a:r>
            <a:br>
              <a:rPr lang="en-US" altLang="ko-KR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</a:br>
            <a:r>
              <a:rPr lang="en-US" altLang="ko-KR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CMM </a:t>
            </a: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레벨</a:t>
            </a:r>
            <a:r>
              <a:rPr lang="en-US" altLang="ko-K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5</a:t>
            </a: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의 품질인증을 획득하는 등 동종업계를 선도하고 있는 </a:t>
            </a:r>
            <a:r>
              <a:rPr lang="en-US" altLang="ko-K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SI</a:t>
            </a: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업체입니다</a:t>
            </a:r>
            <a:r>
              <a:rPr lang="en-US" altLang="ko-K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 </a:t>
            </a:r>
            <a:endParaRPr lang="en-US" altLang="ko-KR" sz="1100" dirty="0" smtClean="0">
              <a:solidFill>
                <a:prstClr val="black">
                  <a:lumMod val="75000"/>
                  <a:lumOff val="25000"/>
                </a:prst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algn="just" fontAlgn="base" latinLnBrk="0">
              <a:lnSpc>
                <a:spcPct val="120000"/>
              </a:lnSpc>
              <a:spcBef>
                <a:spcPct val="0"/>
              </a:spcBef>
              <a:spcAft>
                <a:spcPts val="1600"/>
              </a:spcAft>
            </a:pPr>
            <a:r>
              <a:rPr lang="ko-KR" altLang="en-U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또한</a:t>
            </a:r>
            <a:r>
              <a:rPr lang="en-US" altLang="ko-K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차별화 된 방법론과 삼성의 협업 및 관리능력을 활용하여 이 사업을 성공적으로 완수할 수 있음을 </a:t>
            </a:r>
            <a:r>
              <a:rPr lang="ko-KR" altLang="en-US" sz="11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자신있게</a:t>
            </a: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말씀 드릴 수 있습니다</a:t>
            </a:r>
            <a:r>
              <a:rPr lang="en-US" altLang="ko-K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 </a:t>
            </a:r>
          </a:p>
          <a:p>
            <a:pPr algn="just" fontAlgn="base" latinLnBrk="0">
              <a:lnSpc>
                <a:spcPct val="120000"/>
              </a:lnSpc>
              <a:spcBef>
                <a:spcPct val="0"/>
              </a:spcBef>
              <a:spcAft>
                <a:spcPts val="1600"/>
              </a:spcAft>
            </a:pP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본 사업을 통하여 </a:t>
            </a:r>
            <a:r>
              <a:rPr lang="en-US" altLang="ko-KR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000</a:t>
            </a:r>
            <a:r>
              <a:rPr lang="ko-KR" altLang="en-U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의 </a:t>
            </a:r>
            <a:r>
              <a:rPr lang="en-US" altLang="ko-K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IT</a:t>
            </a: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시스템은 자본시장 지원과 투자자 보호를 더욱 가속화 할 수 있게 될 것이며</a:t>
            </a:r>
            <a:r>
              <a:rPr lang="en-US" altLang="ko-KR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나아가 </a:t>
            </a: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시장 참여자들과 동반 성장 할 수 </a:t>
            </a:r>
            <a:r>
              <a:rPr lang="ko-KR" altLang="en-U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있는 </a:t>
            </a:r>
            <a:r>
              <a:rPr lang="en-US" altLang="ko-KR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Best </a:t>
            </a:r>
            <a:r>
              <a:rPr lang="en-US" altLang="ko-K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Practice </a:t>
            </a: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모델을 정립하게 될 것입니다</a:t>
            </a:r>
            <a:r>
              <a:rPr lang="en-US" altLang="ko-KR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  <a:endParaRPr lang="en-US" altLang="ko-KR" sz="1100" dirty="0">
              <a:solidFill>
                <a:prstClr val="black">
                  <a:lumMod val="75000"/>
                  <a:lumOff val="25000"/>
                </a:prst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algn="just" fontAlgn="base" latinLnBrk="0">
              <a:lnSpc>
                <a:spcPct val="120000"/>
              </a:lnSpc>
              <a:spcBef>
                <a:spcPct val="0"/>
              </a:spcBef>
              <a:spcAft>
                <a:spcPts val="1600"/>
              </a:spcAft>
            </a:pP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끝으로 본 사업 제안을 위해 사전에 아낌없는 협조와 귀중한 시간을 할애해 주신 </a:t>
            </a:r>
            <a:r>
              <a:rPr lang="en-US" altLang="ko-K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/>
            </a:r>
            <a:br>
              <a:rPr lang="en-US" altLang="ko-K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</a:br>
            <a:r>
              <a:rPr lang="en-US" altLang="ko-KR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000</a:t>
            </a:r>
            <a:r>
              <a:rPr lang="ko-KR" altLang="en-U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책임자 제위께 감사 드리며</a:t>
            </a:r>
            <a:r>
              <a:rPr lang="en-US" altLang="ko-KR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 </a:t>
            </a: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제안서가 추진하고자 하는 사업에 큰 보탬이 되기를 소망합니다</a:t>
            </a:r>
            <a:r>
              <a:rPr lang="en-US" altLang="ko-KR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  <a:endParaRPr lang="en-US" altLang="ko-KR" sz="1100" dirty="0">
              <a:solidFill>
                <a:prstClr val="black">
                  <a:lumMod val="75000"/>
                  <a:lumOff val="25000"/>
                </a:prst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algn="just" fontAlgn="base" latinLnBrk="0">
              <a:lnSpc>
                <a:spcPct val="120000"/>
              </a:lnSpc>
              <a:spcBef>
                <a:spcPct val="0"/>
              </a:spcBef>
              <a:spcAft>
                <a:spcPts val="1600"/>
              </a:spcAft>
            </a:pP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감사합니다</a:t>
            </a:r>
            <a:r>
              <a:rPr lang="en-US" altLang="ko-K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205" y="1300481"/>
            <a:ext cx="2237792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3000" dirty="0" smtClean="0">
                <a:effectLst/>
                <a:latin typeface="KoPub돋움체 Bold" panose="00000800000000000000" pitchFamily="2" charset="-127"/>
                <a:ea typeface="KoPub돋움체 Bold" panose="00000800000000000000" pitchFamily="2" charset="-127"/>
                <a:cs typeface="Segoe UI" panose="020B0502040204020203" pitchFamily="34" charset="0"/>
              </a:rPr>
              <a:t>CEO’s</a:t>
            </a:r>
            <a:r>
              <a:rPr lang="en-US" altLang="ko-KR" sz="2800" b="0" dirty="0" smtClean="0">
                <a:effectLst/>
                <a:latin typeface="KoPub돋움체 Bold" panose="00000800000000000000" pitchFamily="2" charset="-127"/>
                <a:ea typeface="KoPub돋움체 Bold" panose="00000800000000000000" pitchFamily="2" charset="-127"/>
                <a:cs typeface="Segoe UI" panose="020B0502040204020203" pitchFamily="34" charset="0"/>
              </a:rPr>
              <a:t> </a:t>
            </a:r>
            <a:r>
              <a:rPr lang="en-US" altLang="ko-KR" sz="2000" b="0" dirty="0" smtClean="0">
                <a:effectLst/>
                <a:latin typeface="KoPub돋움체 Bold" panose="00000800000000000000" pitchFamily="2" charset="-127"/>
                <a:ea typeface="KoPub돋움체 Bold" panose="00000800000000000000" pitchFamily="2" charset="-127"/>
                <a:cs typeface="Segoe UI" panose="020B0502040204020203" pitchFamily="34" charset="0"/>
              </a:rPr>
              <a:t>Message</a:t>
            </a:r>
            <a:endParaRPr lang="ko-KR" altLang="en-US" sz="2000" b="0" dirty="0">
              <a:effectLst/>
              <a:latin typeface="KoPub돋움체 Bold" panose="00000800000000000000" pitchFamily="2" charset="-127"/>
              <a:ea typeface="KoPub돋움체 Bold" panose="00000800000000000000" pitchFamily="2" charset="-127"/>
              <a:cs typeface="Segoe UI" panose="020B0502040204020203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4286" y="1754759"/>
            <a:ext cx="281968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Data-driven digital transformation leader</a:t>
            </a:r>
            <a:endParaRPr lang="ko-KR" altLang="en-US" sz="1100" b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Segoe UI" panose="020B0502040204020203" pitchFamily="34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779351" y="3692860"/>
            <a:ext cx="5148572" cy="4176464"/>
          </a:xfrm>
          <a:prstGeom prst="rect">
            <a:avLst/>
          </a:prstGeom>
          <a:solidFill>
            <a:srgbClr val="FF0000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내용 변경해주세요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2636923" y="8363385"/>
            <a:ext cx="3294246" cy="667118"/>
          </a:xfrm>
          <a:prstGeom prst="rect">
            <a:avLst/>
          </a:prstGeom>
          <a:solidFill>
            <a:srgbClr val="FF0000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확인요망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8749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25"/>
          <p:cNvSpPr txBox="1">
            <a:spLocks noChangeArrowheads="1"/>
          </p:cNvSpPr>
          <p:nvPr/>
        </p:nvSpPr>
        <p:spPr bwMode="auto">
          <a:xfrm>
            <a:off x="781658" y="3681084"/>
            <a:ext cx="813043" cy="367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808038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514475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2036763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559050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30162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4734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9306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3878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latinLnBrk="0">
              <a:lnSpc>
                <a:spcPct val="140000"/>
              </a:lnSpc>
            </a:pPr>
            <a:r>
              <a:rPr lang="ko-KR" altLang="en-US" sz="1400" dirty="0" smtClean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일반현황</a:t>
            </a:r>
            <a:endParaRPr lang="en-US" altLang="ko-KR" sz="1400" dirty="0">
              <a:solidFill>
                <a:srgbClr val="00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2" name="Text Box 25"/>
          <p:cNvSpPr txBox="1">
            <a:spLocks noChangeArrowheads="1"/>
          </p:cNvSpPr>
          <p:nvPr/>
        </p:nvSpPr>
        <p:spPr bwMode="auto">
          <a:xfrm>
            <a:off x="610054" y="3694293"/>
            <a:ext cx="277640" cy="367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808038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514475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2036763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559050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30162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4734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9306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3878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latinLnBrk="0">
              <a:lnSpc>
                <a:spcPct val="140000"/>
              </a:lnSpc>
            </a:pPr>
            <a:r>
              <a:rPr lang="en-US" altLang="ko-KR" sz="1400" b="0" spc="-50" dirty="0" smtClean="0">
                <a:solidFill>
                  <a:srgbClr val="2E72B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I.</a:t>
            </a:r>
            <a:endParaRPr lang="ko-KR" altLang="en-US" sz="1400" b="0" spc="-50" dirty="0">
              <a:solidFill>
                <a:srgbClr val="2E72B0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54" name="Rectangle 26"/>
          <p:cNvSpPr>
            <a:spLocks noChangeArrowheads="1"/>
          </p:cNvSpPr>
          <p:nvPr/>
        </p:nvSpPr>
        <p:spPr bwMode="auto">
          <a:xfrm>
            <a:off x="860570" y="4125929"/>
            <a:ext cx="2352405" cy="130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8001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2573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7145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1717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AutoNum type="arabicPeriod"/>
            </a:pP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입력</a:t>
            </a:r>
          </a:p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AutoNum type="arabicPeriod"/>
            </a:pP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입력</a:t>
            </a:r>
          </a:p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AutoNum type="arabicPeriod"/>
            </a:pP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입력</a:t>
            </a:r>
          </a:p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AutoNum type="arabicPeriod"/>
            </a:pP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입력</a:t>
            </a:r>
          </a:p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AutoNum type="arabicPeriod"/>
            </a:pP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입력</a:t>
            </a:r>
          </a:p>
        </p:txBody>
      </p:sp>
      <p:sp>
        <p:nvSpPr>
          <p:cNvPr id="88" name="Rectangle 26"/>
          <p:cNvSpPr>
            <a:spLocks noChangeArrowheads="1"/>
          </p:cNvSpPr>
          <p:nvPr/>
        </p:nvSpPr>
        <p:spPr bwMode="auto">
          <a:xfrm>
            <a:off x="5819700" y="4125929"/>
            <a:ext cx="360612" cy="130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8001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2573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7145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1717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</a:p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</a:p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</a:p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</a:p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847976" y="4226489"/>
            <a:ext cx="3849276" cy="1094856"/>
            <a:chOff x="1988840" y="4226489"/>
            <a:chExt cx="3708412" cy="1094856"/>
          </a:xfrm>
        </p:grpSpPr>
        <p:sp>
          <p:nvSpPr>
            <p:cNvPr id="73" name="Line 59"/>
            <p:cNvSpPr>
              <a:spLocks noChangeShapeType="1"/>
            </p:cNvSpPr>
            <p:nvPr/>
          </p:nvSpPr>
          <p:spPr bwMode="auto">
            <a:xfrm>
              <a:off x="1988840" y="4226489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32" name="Line 59"/>
            <p:cNvSpPr>
              <a:spLocks noChangeShapeType="1"/>
            </p:cNvSpPr>
            <p:nvPr/>
          </p:nvSpPr>
          <p:spPr bwMode="auto">
            <a:xfrm>
              <a:off x="1988840" y="5321345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33" name="Line 59"/>
            <p:cNvSpPr>
              <a:spLocks noChangeShapeType="1"/>
            </p:cNvSpPr>
            <p:nvPr/>
          </p:nvSpPr>
          <p:spPr bwMode="auto">
            <a:xfrm>
              <a:off x="1988840" y="5047631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34" name="Line 59"/>
            <p:cNvSpPr>
              <a:spLocks noChangeShapeType="1"/>
            </p:cNvSpPr>
            <p:nvPr/>
          </p:nvSpPr>
          <p:spPr bwMode="auto">
            <a:xfrm>
              <a:off x="1988840" y="4773917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35" name="Line 59"/>
            <p:cNvSpPr>
              <a:spLocks noChangeShapeType="1"/>
            </p:cNvSpPr>
            <p:nvPr/>
          </p:nvSpPr>
          <p:spPr bwMode="auto">
            <a:xfrm>
              <a:off x="1988840" y="4500203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</p:grpSp>
      <p:sp>
        <p:nvSpPr>
          <p:cNvPr id="77" name="Text Box 25"/>
          <p:cNvSpPr txBox="1">
            <a:spLocks noChangeArrowheads="1"/>
          </p:cNvSpPr>
          <p:nvPr/>
        </p:nvSpPr>
        <p:spPr bwMode="auto">
          <a:xfrm>
            <a:off x="781658" y="5867472"/>
            <a:ext cx="1229824" cy="367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ko-KR"/>
            </a:defPPr>
            <a:lvl1pPr marL="457200" indent="-457200" defTabSz="1584325" latinLnBrk="0">
              <a:lnSpc>
                <a:spcPct val="140000"/>
              </a:lnSpc>
              <a:defRPr kumimoji="1" sz="14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808038" indent="-457200" defTabSz="1584325">
              <a:defRPr kumimoji="1">
                <a:latin typeface="굴림" charset="-127"/>
                <a:ea typeface="굴림" charset="-127"/>
              </a:defRPr>
            </a:lvl2pPr>
            <a:lvl3pPr marL="1514475" indent="-457200" defTabSz="1584325">
              <a:defRPr kumimoji="1">
                <a:latin typeface="굴림" charset="-127"/>
                <a:ea typeface="굴림" charset="-127"/>
              </a:defRPr>
            </a:lvl3pPr>
            <a:lvl4pPr marL="2036763" indent="-457200" defTabSz="1584325">
              <a:defRPr kumimoji="1">
                <a:latin typeface="굴림" charset="-127"/>
                <a:ea typeface="굴림" charset="-127"/>
              </a:defRPr>
            </a:lvl4pPr>
            <a:lvl5pPr marL="2559050" indent="-457200" defTabSz="1584325">
              <a:defRPr kumimoji="1">
                <a:latin typeface="굴림" charset="-127"/>
                <a:ea typeface="굴림" charset="-127"/>
              </a:defRPr>
            </a:lvl5pPr>
            <a:lvl6pPr marL="30162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34734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9306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43878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r>
              <a:rPr lang="ko-KR" altLang="en-US" dirty="0">
                <a:ln>
                  <a:noFill/>
                </a:ln>
              </a:rPr>
              <a:t>전략 및 방법론</a:t>
            </a:r>
            <a:endParaRPr lang="en-US" altLang="ko-KR" dirty="0">
              <a:ln>
                <a:noFill/>
              </a:ln>
            </a:endParaRPr>
          </a:p>
        </p:txBody>
      </p:sp>
      <p:sp>
        <p:nvSpPr>
          <p:cNvPr id="78" name="Text Box 25"/>
          <p:cNvSpPr txBox="1">
            <a:spLocks noChangeArrowheads="1"/>
          </p:cNvSpPr>
          <p:nvPr/>
        </p:nvSpPr>
        <p:spPr bwMode="auto">
          <a:xfrm>
            <a:off x="565170" y="5867472"/>
            <a:ext cx="322524" cy="367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808038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514475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2036763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559050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30162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4734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9306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3878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latinLnBrk="0">
              <a:lnSpc>
                <a:spcPct val="140000"/>
              </a:lnSpc>
            </a:pPr>
            <a:r>
              <a:rPr lang="en-US" altLang="ko-KR" sz="1400" b="0" spc="-50" dirty="0" smtClean="0">
                <a:solidFill>
                  <a:srgbClr val="2E72B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II.</a:t>
            </a:r>
            <a:endParaRPr lang="ko-KR" altLang="en-US" sz="1400" b="0" spc="-50" dirty="0">
              <a:solidFill>
                <a:srgbClr val="2E72B0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74" name="Rectangle 26"/>
          <p:cNvSpPr>
            <a:spLocks noChangeArrowheads="1"/>
          </p:cNvSpPr>
          <p:nvPr/>
        </p:nvSpPr>
        <p:spPr bwMode="auto">
          <a:xfrm>
            <a:off x="860571" y="6301072"/>
            <a:ext cx="2066395" cy="130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AutoNum type="arabicPeriod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입력</a:t>
            </a:r>
          </a:p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AutoNum type="arabicPeriod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입력</a:t>
            </a:r>
          </a:p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AutoNum type="arabicPeriod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입력</a:t>
            </a:r>
          </a:p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AutoNum type="arabicPeriod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입력</a:t>
            </a:r>
          </a:p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AutoNum type="arabicPeriod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입력</a:t>
            </a:r>
          </a:p>
        </p:txBody>
      </p:sp>
      <p:sp>
        <p:nvSpPr>
          <p:cNvPr id="76" name="Rectangle 26"/>
          <p:cNvSpPr>
            <a:spLocks noChangeArrowheads="1"/>
          </p:cNvSpPr>
          <p:nvPr/>
        </p:nvSpPr>
        <p:spPr bwMode="auto">
          <a:xfrm>
            <a:off x="5819700" y="6301072"/>
            <a:ext cx="360612" cy="130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8001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2573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7145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1717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</a:p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</a:p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</a:p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</a:p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pSp>
        <p:nvGrpSpPr>
          <p:cNvPr id="38" name="그룹 37"/>
          <p:cNvGrpSpPr/>
          <p:nvPr/>
        </p:nvGrpSpPr>
        <p:grpSpPr>
          <a:xfrm>
            <a:off x="1847976" y="6395282"/>
            <a:ext cx="3849276" cy="1094856"/>
            <a:chOff x="1988840" y="4226489"/>
            <a:chExt cx="3708412" cy="1094856"/>
          </a:xfrm>
        </p:grpSpPr>
        <p:sp>
          <p:nvSpPr>
            <p:cNvPr id="39" name="Line 59"/>
            <p:cNvSpPr>
              <a:spLocks noChangeShapeType="1"/>
            </p:cNvSpPr>
            <p:nvPr/>
          </p:nvSpPr>
          <p:spPr bwMode="auto">
            <a:xfrm>
              <a:off x="1988840" y="4226489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40" name="Line 59"/>
            <p:cNvSpPr>
              <a:spLocks noChangeShapeType="1"/>
            </p:cNvSpPr>
            <p:nvPr/>
          </p:nvSpPr>
          <p:spPr bwMode="auto">
            <a:xfrm>
              <a:off x="1988840" y="5321345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41" name="Line 59"/>
            <p:cNvSpPr>
              <a:spLocks noChangeShapeType="1"/>
            </p:cNvSpPr>
            <p:nvPr/>
          </p:nvSpPr>
          <p:spPr bwMode="auto">
            <a:xfrm>
              <a:off x="1988840" y="5047631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42" name="Line 59"/>
            <p:cNvSpPr>
              <a:spLocks noChangeShapeType="1"/>
            </p:cNvSpPr>
            <p:nvPr/>
          </p:nvSpPr>
          <p:spPr bwMode="auto">
            <a:xfrm>
              <a:off x="1988840" y="4773917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43" name="Line 59"/>
            <p:cNvSpPr>
              <a:spLocks noChangeShapeType="1"/>
            </p:cNvSpPr>
            <p:nvPr/>
          </p:nvSpPr>
          <p:spPr bwMode="auto">
            <a:xfrm>
              <a:off x="1988840" y="4500203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2273876" y="2534593"/>
            <a:ext cx="23102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dirty="0" smtClean="0">
                <a:solidFill>
                  <a:srgbClr val="1B4388"/>
                </a:solidFill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Segoe UI" panose="020B0502040204020203" pitchFamily="34" charset="0"/>
              </a:rPr>
              <a:t>CONTENTS</a:t>
            </a:r>
            <a:endParaRPr lang="ko-KR" altLang="en-US" sz="2800" b="0" dirty="0">
              <a:solidFill>
                <a:srgbClr val="1B4388"/>
              </a:solidFill>
              <a:effectLst/>
              <a:latin typeface="KoPub돋움체 Light" panose="00000300000000000000" pitchFamily="2" charset="-127"/>
              <a:ea typeface="KoPub돋움체 Light" panose="00000300000000000000" pitchFamily="2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46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25"/>
          <p:cNvSpPr txBox="1">
            <a:spLocks noChangeArrowheads="1"/>
          </p:cNvSpPr>
          <p:nvPr/>
        </p:nvSpPr>
        <p:spPr bwMode="auto">
          <a:xfrm>
            <a:off x="781658" y="3681084"/>
            <a:ext cx="1072730" cy="367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808038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514475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2036763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559050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30162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4734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9306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3878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latinLnBrk="0">
              <a:lnSpc>
                <a:spcPct val="140000"/>
              </a:lnSpc>
            </a:pPr>
            <a:r>
              <a:rPr lang="ko-KR" altLang="en-US" sz="14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기술 및 기능</a:t>
            </a:r>
            <a:endParaRPr lang="en-US" altLang="ko-KR" sz="1400" dirty="0">
              <a:solidFill>
                <a:srgbClr val="00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2" name="Text Box 25"/>
          <p:cNvSpPr txBox="1">
            <a:spLocks noChangeArrowheads="1"/>
          </p:cNvSpPr>
          <p:nvPr/>
        </p:nvSpPr>
        <p:spPr bwMode="auto">
          <a:xfrm>
            <a:off x="520286" y="3694293"/>
            <a:ext cx="367408" cy="367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808038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514475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2036763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559050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30162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4734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9306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3878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latinLnBrk="0">
              <a:lnSpc>
                <a:spcPct val="140000"/>
              </a:lnSpc>
            </a:pPr>
            <a:r>
              <a:rPr lang="en-US" altLang="ko-KR" sz="1400" spc="-50" dirty="0" smtClean="0">
                <a:solidFill>
                  <a:srgbClr val="2E72B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III.</a:t>
            </a:r>
            <a:endParaRPr lang="ko-KR" altLang="en-US" sz="1400" spc="-50" dirty="0">
              <a:solidFill>
                <a:srgbClr val="2E72B0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54" name="Rectangle 26"/>
          <p:cNvSpPr>
            <a:spLocks noChangeArrowheads="1"/>
          </p:cNvSpPr>
          <p:nvPr/>
        </p:nvSpPr>
        <p:spPr bwMode="auto">
          <a:xfrm>
            <a:off x="860570" y="4125929"/>
            <a:ext cx="2352405" cy="130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8001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2573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7145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1717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FontTx/>
              <a:buAutoNum type="arabicPeriod"/>
            </a:pPr>
            <a:r>
              <a:rPr lang="ko-KR" altLang="en-U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</a:t>
            </a: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입력</a:t>
            </a:r>
          </a:p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FontTx/>
              <a:buAutoNum type="arabicPeriod"/>
            </a:pPr>
            <a:r>
              <a:rPr lang="ko-KR" altLang="en-U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</a:t>
            </a: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입력</a:t>
            </a:r>
          </a:p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FontTx/>
              <a:buAutoNum type="arabicPeriod"/>
            </a:pPr>
            <a:r>
              <a:rPr lang="ko-KR" altLang="en-U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</a:t>
            </a: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입력</a:t>
            </a:r>
          </a:p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FontTx/>
              <a:buAutoNum type="arabicPeriod"/>
            </a:pPr>
            <a:r>
              <a:rPr lang="ko-KR" altLang="en-U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</a:t>
            </a: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입력</a:t>
            </a:r>
          </a:p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FontTx/>
              <a:buAutoNum type="arabicPeriod"/>
            </a:pPr>
            <a:r>
              <a:rPr lang="ko-KR" altLang="en-U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</a:t>
            </a: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입력</a:t>
            </a:r>
          </a:p>
        </p:txBody>
      </p:sp>
      <p:sp>
        <p:nvSpPr>
          <p:cNvPr id="88" name="Rectangle 26"/>
          <p:cNvSpPr>
            <a:spLocks noChangeArrowheads="1"/>
          </p:cNvSpPr>
          <p:nvPr/>
        </p:nvSpPr>
        <p:spPr bwMode="auto">
          <a:xfrm>
            <a:off x="5819700" y="4125929"/>
            <a:ext cx="360612" cy="130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8001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2573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7145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1717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</a:p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</a:p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</a:p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</a:p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  <a:endParaRPr lang="en-US" altLang="ko-KR" sz="1100" dirty="0">
              <a:solidFill>
                <a:prstClr val="black">
                  <a:lumMod val="75000"/>
                  <a:lumOff val="25000"/>
                </a:prst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847976" y="4226489"/>
            <a:ext cx="3849276" cy="1094856"/>
            <a:chOff x="1988840" y="4226489"/>
            <a:chExt cx="3708412" cy="1094856"/>
          </a:xfrm>
        </p:grpSpPr>
        <p:sp>
          <p:nvSpPr>
            <p:cNvPr id="73" name="Line 59"/>
            <p:cNvSpPr>
              <a:spLocks noChangeShapeType="1"/>
            </p:cNvSpPr>
            <p:nvPr/>
          </p:nvSpPr>
          <p:spPr bwMode="auto">
            <a:xfrm>
              <a:off x="1988840" y="4226489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32" name="Line 59"/>
            <p:cNvSpPr>
              <a:spLocks noChangeShapeType="1"/>
            </p:cNvSpPr>
            <p:nvPr/>
          </p:nvSpPr>
          <p:spPr bwMode="auto">
            <a:xfrm>
              <a:off x="1988840" y="5321345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33" name="Line 59"/>
            <p:cNvSpPr>
              <a:spLocks noChangeShapeType="1"/>
            </p:cNvSpPr>
            <p:nvPr/>
          </p:nvSpPr>
          <p:spPr bwMode="auto">
            <a:xfrm>
              <a:off x="1988840" y="5047631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34" name="Line 59"/>
            <p:cNvSpPr>
              <a:spLocks noChangeShapeType="1"/>
            </p:cNvSpPr>
            <p:nvPr/>
          </p:nvSpPr>
          <p:spPr bwMode="auto">
            <a:xfrm>
              <a:off x="1988840" y="4773917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35" name="Line 59"/>
            <p:cNvSpPr>
              <a:spLocks noChangeShapeType="1"/>
            </p:cNvSpPr>
            <p:nvPr/>
          </p:nvSpPr>
          <p:spPr bwMode="auto">
            <a:xfrm>
              <a:off x="1988840" y="4500203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</p:grpSp>
      <p:sp>
        <p:nvSpPr>
          <p:cNvPr id="77" name="Text Box 25"/>
          <p:cNvSpPr txBox="1">
            <a:spLocks noChangeArrowheads="1"/>
          </p:cNvSpPr>
          <p:nvPr/>
        </p:nvSpPr>
        <p:spPr bwMode="auto">
          <a:xfrm>
            <a:off x="781658" y="5867472"/>
            <a:ext cx="1072730" cy="367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ko-KR"/>
            </a:defPPr>
            <a:lvl1pPr marL="457200" indent="-457200" defTabSz="1584325" latinLnBrk="0">
              <a:lnSpc>
                <a:spcPct val="140000"/>
              </a:lnSpc>
              <a:defRPr kumimoji="1" sz="14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808038" indent="-457200" defTabSz="1584325">
              <a:defRPr kumimoji="1">
                <a:latin typeface="굴림" charset="-127"/>
                <a:ea typeface="굴림" charset="-127"/>
              </a:defRPr>
            </a:lvl2pPr>
            <a:lvl3pPr marL="1514475" indent="-457200" defTabSz="1584325">
              <a:defRPr kumimoji="1">
                <a:latin typeface="굴림" charset="-127"/>
                <a:ea typeface="굴림" charset="-127"/>
              </a:defRPr>
            </a:lvl3pPr>
            <a:lvl4pPr marL="2036763" indent="-457200" defTabSz="1584325">
              <a:defRPr kumimoji="1">
                <a:latin typeface="굴림" charset="-127"/>
                <a:ea typeface="굴림" charset="-127"/>
              </a:defRPr>
            </a:lvl4pPr>
            <a:lvl5pPr marL="2559050" indent="-457200" defTabSz="1584325">
              <a:defRPr kumimoji="1">
                <a:latin typeface="굴림" charset="-127"/>
                <a:ea typeface="굴림" charset="-127"/>
              </a:defRPr>
            </a:lvl5pPr>
            <a:lvl6pPr marL="30162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34734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9306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43878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r>
              <a:rPr lang="ko-KR" altLang="en-US" dirty="0">
                <a:ln>
                  <a:noFill/>
                </a:ln>
              </a:rPr>
              <a:t>성능 및 품질</a:t>
            </a:r>
            <a:endParaRPr lang="en-US" altLang="ko-KR" dirty="0">
              <a:ln>
                <a:noFill/>
              </a:ln>
            </a:endParaRPr>
          </a:p>
        </p:txBody>
      </p:sp>
      <p:sp>
        <p:nvSpPr>
          <p:cNvPr id="78" name="Text Box 25"/>
          <p:cNvSpPr txBox="1">
            <a:spLocks noChangeArrowheads="1"/>
          </p:cNvSpPr>
          <p:nvPr/>
        </p:nvSpPr>
        <p:spPr bwMode="auto">
          <a:xfrm>
            <a:off x="504256" y="5867472"/>
            <a:ext cx="383438" cy="367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808038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514475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2036763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559050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30162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4734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9306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3878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latinLnBrk="0">
              <a:lnSpc>
                <a:spcPct val="140000"/>
              </a:lnSpc>
            </a:pPr>
            <a:r>
              <a:rPr lang="en-US" altLang="ko-KR" sz="1400" spc="-50" dirty="0" smtClean="0">
                <a:solidFill>
                  <a:srgbClr val="2E72B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IV.</a:t>
            </a:r>
            <a:endParaRPr lang="ko-KR" altLang="en-US" sz="1400" spc="-50" dirty="0">
              <a:solidFill>
                <a:srgbClr val="2E72B0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74" name="Rectangle 26"/>
          <p:cNvSpPr>
            <a:spLocks noChangeArrowheads="1"/>
          </p:cNvSpPr>
          <p:nvPr/>
        </p:nvSpPr>
        <p:spPr bwMode="auto">
          <a:xfrm>
            <a:off x="860571" y="6301072"/>
            <a:ext cx="2066395" cy="130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FontTx/>
              <a:buAutoNum type="arabicPeriod"/>
            </a:pP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입력</a:t>
            </a:r>
          </a:p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FontTx/>
              <a:buAutoNum type="arabicPeriod"/>
            </a:pP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입력</a:t>
            </a:r>
          </a:p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FontTx/>
              <a:buAutoNum type="arabicPeriod"/>
            </a:pP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입력</a:t>
            </a:r>
          </a:p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FontTx/>
              <a:buAutoNum type="arabicPeriod"/>
            </a:pP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입력</a:t>
            </a:r>
          </a:p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FontTx/>
              <a:buAutoNum type="arabicPeriod"/>
            </a:pP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입력</a:t>
            </a:r>
          </a:p>
        </p:txBody>
      </p:sp>
      <p:sp>
        <p:nvSpPr>
          <p:cNvPr id="76" name="Rectangle 26"/>
          <p:cNvSpPr>
            <a:spLocks noChangeArrowheads="1"/>
          </p:cNvSpPr>
          <p:nvPr/>
        </p:nvSpPr>
        <p:spPr bwMode="auto">
          <a:xfrm>
            <a:off x="5819700" y="6301072"/>
            <a:ext cx="360612" cy="130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8001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2573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7145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1717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</a:p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</a:p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</a:p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</a:p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  <a:endParaRPr lang="en-US" altLang="ko-KR" sz="1100" dirty="0">
              <a:solidFill>
                <a:prstClr val="black">
                  <a:lumMod val="75000"/>
                  <a:lumOff val="25000"/>
                </a:prst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pSp>
        <p:nvGrpSpPr>
          <p:cNvPr id="38" name="그룹 37"/>
          <p:cNvGrpSpPr/>
          <p:nvPr/>
        </p:nvGrpSpPr>
        <p:grpSpPr>
          <a:xfrm>
            <a:off x="1847976" y="6395282"/>
            <a:ext cx="3849276" cy="1094856"/>
            <a:chOff x="1988840" y="4226489"/>
            <a:chExt cx="3708412" cy="1094856"/>
          </a:xfrm>
        </p:grpSpPr>
        <p:sp>
          <p:nvSpPr>
            <p:cNvPr id="39" name="Line 59"/>
            <p:cNvSpPr>
              <a:spLocks noChangeShapeType="1"/>
            </p:cNvSpPr>
            <p:nvPr/>
          </p:nvSpPr>
          <p:spPr bwMode="auto">
            <a:xfrm>
              <a:off x="1988840" y="4226489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40" name="Line 59"/>
            <p:cNvSpPr>
              <a:spLocks noChangeShapeType="1"/>
            </p:cNvSpPr>
            <p:nvPr/>
          </p:nvSpPr>
          <p:spPr bwMode="auto">
            <a:xfrm>
              <a:off x="1988840" y="5321345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41" name="Line 59"/>
            <p:cNvSpPr>
              <a:spLocks noChangeShapeType="1"/>
            </p:cNvSpPr>
            <p:nvPr/>
          </p:nvSpPr>
          <p:spPr bwMode="auto">
            <a:xfrm>
              <a:off x="1988840" y="5047631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42" name="Line 59"/>
            <p:cNvSpPr>
              <a:spLocks noChangeShapeType="1"/>
            </p:cNvSpPr>
            <p:nvPr/>
          </p:nvSpPr>
          <p:spPr bwMode="auto">
            <a:xfrm>
              <a:off x="1988840" y="4773917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43" name="Line 59"/>
            <p:cNvSpPr>
              <a:spLocks noChangeShapeType="1"/>
            </p:cNvSpPr>
            <p:nvPr/>
          </p:nvSpPr>
          <p:spPr bwMode="auto">
            <a:xfrm>
              <a:off x="1988840" y="4500203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2273876" y="2534593"/>
            <a:ext cx="23102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dirty="0" smtClean="0">
                <a:solidFill>
                  <a:srgbClr val="1B4388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Segoe UI" panose="020B0502040204020203" pitchFamily="34" charset="0"/>
              </a:rPr>
              <a:t>CONTENTS</a:t>
            </a:r>
            <a:endParaRPr lang="ko-KR" altLang="en-US" sz="2800" dirty="0">
              <a:solidFill>
                <a:srgbClr val="1B4388"/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17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25"/>
          <p:cNvSpPr txBox="1">
            <a:spLocks noChangeArrowheads="1"/>
          </p:cNvSpPr>
          <p:nvPr/>
        </p:nvSpPr>
        <p:spPr bwMode="auto">
          <a:xfrm>
            <a:off x="781658" y="3681084"/>
            <a:ext cx="1178528" cy="367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808038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514475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2036763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559050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30162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4734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9306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3878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latinLnBrk="0">
              <a:lnSpc>
                <a:spcPct val="140000"/>
              </a:lnSpc>
            </a:pPr>
            <a:r>
              <a:rPr lang="ko-KR" altLang="en-US" sz="14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프로젝트 관리</a:t>
            </a:r>
            <a:endParaRPr lang="en-US" altLang="ko-KR" sz="1400" dirty="0">
              <a:solidFill>
                <a:srgbClr val="00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2" name="Text Box 25"/>
          <p:cNvSpPr txBox="1">
            <a:spLocks noChangeArrowheads="1"/>
          </p:cNvSpPr>
          <p:nvPr/>
        </p:nvSpPr>
        <p:spPr bwMode="auto">
          <a:xfrm>
            <a:off x="549140" y="3694293"/>
            <a:ext cx="338554" cy="367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808038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514475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2036763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559050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30162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4734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9306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3878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latinLnBrk="0">
              <a:lnSpc>
                <a:spcPct val="140000"/>
              </a:lnSpc>
            </a:pPr>
            <a:r>
              <a:rPr lang="en-US" altLang="ko-KR" sz="1400" spc="-50" dirty="0" smtClean="0">
                <a:solidFill>
                  <a:srgbClr val="2E72B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V.</a:t>
            </a:r>
            <a:endParaRPr lang="ko-KR" altLang="en-US" sz="1400" spc="-50" dirty="0">
              <a:solidFill>
                <a:srgbClr val="2E72B0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54" name="Rectangle 26"/>
          <p:cNvSpPr>
            <a:spLocks noChangeArrowheads="1"/>
          </p:cNvSpPr>
          <p:nvPr/>
        </p:nvSpPr>
        <p:spPr bwMode="auto">
          <a:xfrm>
            <a:off x="860570" y="4125929"/>
            <a:ext cx="2352405" cy="130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8001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2573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7145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1717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FontTx/>
              <a:buAutoNum type="arabicPeriod"/>
            </a:pPr>
            <a:r>
              <a:rPr lang="ko-KR" altLang="en-U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</a:t>
            </a: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입력</a:t>
            </a:r>
          </a:p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FontTx/>
              <a:buAutoNum type="arabicPeriod"/>
            </a:pPr>
            <a:r>
              <a:rPr lang="ko-KR" altLang="en-U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</a:t>
            </a: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입력</a:t>
            </a:r>
          </a:p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FontTx/>
              <a:buAutoNum type="arabicPeriod"/>
            </a:pPr>
            <a:r>
              <a:rPr lang="ko-KR" altLang="en-U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</a:t>
            </a: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입력</a:t>
            </a:r>
          </a:p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FontTx/>
              <a:buAutoNum type="arabicPeriod"/>
            </a:pPr>
            <a:r>
              <a:rPr lang="ko-KR" altLang="en-U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</a:t>
            </a: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입력</a:t>
            </a:r>
          </a:p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FontTx/>
              <a:buAutoNum type="arabicPeriod"/>
            </a:pPr>
            <a:r>
              <a:rPr lang="ko-KR" altLang="en-U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</a:t>
            </a: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입력</a:t>
            </a:r>
          </a:p>
        </p:txBody>
      </p:sp>
      <p:sp>
        <p:nvSpPr>
          <p:cNvPr id="88" name="Rectangle 26"/>
          <p:cNvSpPr>
            <a:spLocks noChangeArrowheads="1"/>
          </p:cNvSpPr>
          <p:nvPr/>
        </p:nvSpPr>
        <p:spPr bwMode="auto">
          <a:xfrm>
            <a:off x="5819700" y="4125929"/>
            <a:ext cx="360612" cy="130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8001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2573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7145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1717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</a:p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</a:p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</a:p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</a:p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  <a:endParaRPr lang="en-US" altLang="ko-KR" sz="1100" dirty="0">
              <a:solidFill>
                <a:prstClr val="black">
                  <a:lumMod val="75000"/>
                  <a:lumOff val="25000"/>
                </a:prst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847976" y="4226489"/>
            <a:ext cx="3849276" cy="1094856"/>
            <a:chOff x="1988840" y="4226489"/>
            <a:chExt cx="3708412" cy="1094856"/>
          </a:xfrm>
        </p:grpSpPr>
        <p:sp>
          <p:nvSpPr>
            <p:cNvPr id="73" name="Line 59"/>
            <p:cNvSpPr>
              <a:spLocks noChangeShapeType="1"/>
            </p:cNvSpPr>
            <p:nvPr/>
          </p:nvSpPr>
          <p:spPr bwMode="auto">
            <a:xfrm>
              <a:off x="1988840" y="4226489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32" name="Line 59"/>
            <p:cNvSpPr>
              <a:spLocks noChangeShapeType="1"/>
            </p:cNvSpPr>
            <p:nvPr/>
          </p:nvSpPr>
          <p:spPr bwMode="auto">
            <a:xfrm>
              <a:off x="1988840" y="5321345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33" name="Line 59"/>
            <p:cNvSpPr>
              <a:spLocks noChangeShapeType="1"/>
            </p:cNvSpPr>
            <p:nvPr/>
          </p:nvSpPr>
          <p:spPr bwMode="auto">
            <a:xfrm>
              <a:off x="1988840" y="5047631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34" name="Line 59"/>
            <p:cNvSpPr>
              <a:spLocks noChangeShapeType="1"/>
            </p:cNvSpPr>
            <p:nvPr/>
          </p:nvSpPr>
          <p:spPr bwMode="auto">
            <a:xfrm>
              <a:off x="1988840" y="4773917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35" name="Line 59"/>
            <p:cNvSpPr>
              <a:spLocks noChangeShapeType="1"/>
            </p:cNvSpPr>
            <p:nvPr/>
          </p:nvSpPr>
          <p:spPr bwMode="auto">
            <a:xfrm>
              <a:off x="1988840" y="4500203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504256" y="5867472"/>
            <a:ext cx="1455930" cy="367537"/>
            <a:chOff x="504256" y="5867472"/>
            <a:chExt cx="1455930" cy="367537"/>
          </a:xfrm>
        </p:grpSpPr>
        <p:sp>
          <p:nvSpPr>
            <p:cNvPr id="77" name="Text Box 25"/>
            <p:cNvSpPr txBox="1">
              <a:spLocks noChangeArrowheads="1"/>
            </p:cNvSpPr>
            <p:nvPr/>
          </p:nvSpPr>
          <p:spPr bwMode="auto">
            <a:xfrm>
              <a:off x="781658" y="5867472"/>
              <a:ext cx="1178528" cy="367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ko-KR"/>
              </a:defPPr>
              <a:lvl1pPr marL="457200" indent="-457200" defTabSz="1584325" latinLnBrk="0">
                <a:lnSpc>
                  <a:spcPct val="140000"/>
                </a:lnSpc>
                <a:defRPr kumimoji="1" sz="14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defRPr>
              </a:lvl1pPr>
              <a:lvl2pPr marL="808038" indent="-457200" defTabSz="1584325">
                <a:defRPr kumimoji="1">
                  <a:latin typeface="굴림" charset="-127"/>
                  <a:ea typeface="굴림" charset="-127"/>
                </a:defRPr>
              </a:lvl2pPr>
              <a:lvl3pPr marL="1514475" indent="-457200" defTabSz="1584325">
                <a:defRPr kumimoji="1">
                  <a:latin typeface="굴림" charset="-127"/>
                  <a:ea typeface="굴림" charset="-127"/>
                </a:defRPr>
              </a:lvl3pPr>
              <a:lvl4pPr marL="2036763" indent="-457200" defTabSz="1584325">
                <a:defRPr kumimoji="1">
                  <a:latin typeface="굴림" charset="-127"/>
                  <a:ea typeface="굴림" charset="-127"/>
                </a:defRPr>
              </a:lvl4pPr>
              <a:lvl5pPr marL="2559050" indent="-457200" defTabSz="1584325">
                <a:defRPr kumimoji="1">
                  <a:latin typeface="굴림" charset="-127"/>
                  <a:ea typeface="굴림" charset="-127"/>
                </a:defRPr>
              </a:lvl5pPr>
              <a:lvl6pPr marL="3016250" indent="-457200" defTabSz="1584325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6pPr>
              <a:lvl7pPr marL="3473450" indent="-457200" defTabSz="1584325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7pPr>
              <a:lvl8pPr marL="3930650" indent="-457200" defTabSz="1584325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8pPr>
              <a:lvl9pPr marL="4387850" indent="-457200" defTabSz="1584325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9pPr>
            </a:lstStyle>
            <a:p>
              <a:r>
                <a:rPr lang="ko-KR" altLang="en-US" dirty="0">
                  <a:ln>
                    <a:noFill/>
                  </a:ln>
                </a:rPr>
                <a:t>프로젝트 지원</a:t>
              </a:r>
              <a:endParaRPr lang="en-US" altLang="ko-KR" dirty="0">
                <a:ln>
                  <a:noFill/>
                </a:ln>
              </a:endParaRPr>
            </a:p>
          </p:txBody>
        </p:sp>
        <p:sp>
          <p:nvSpPr>
            <p:cNvPr id="78" name="Text Box 25"/>
            <p:cNvSpPr txBox="1">
              <a:spLocks noChangeArrowheads="1"/>
            </p:cNvSpPr>
            <p:nvPr/>
          </p:nvSpPr>
          <p:spPr bwMode="auto">
            <a:xfrm>
              <a:off x="504256" y="5867472"/>
              <a:ext cx="383438" cy="367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marL="457200" indent="-457200" defTabSz="1584325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808038" indent="-457200" defTabSz="1584325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514475" indent="-457200" defTabSz="1584325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2036763" indent="-457200" defTabSz="1584325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559050" indent="-457200" defTabSz="1584325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3016250" indent="-457200" defTabSz="15843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3473450" indent="-457200" defTabSz="15843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930650" indent="-457200" defTabSz="15843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4387850" indent="-457200" defTabSz="15843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r" latinLnBrk="0">
                <a:lnSpc>
                  <a:spcPct val="140000"/>
                </a:lnSpc>
              </a:pPr>
              <a:r>
                <a:rPr lang="en-US" altLang="ko-KR" sz="1400" spc="-50" dirty="0" smtClean="0">
                  <a:solidFill>
                    <a:srgbClr val="2E72B0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Times New Roman" panose="02020603050405020304" pitchFamily="18" charset="0"/>
                </a:rPr>
                <a:t>VI.</a:t>
              </a:r>
              <a:endParaRPr lang="ko-KR" altLang="en-US" sz="1400" spc="-50" dirty="0">
                <a:solidFill>
                  <a:srgbClr val="2E72B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74" name="Rectangle 26"/>
          <p:cNvSpPr>
            <a:spLocks noChangeArrowheads="1"/>
          </p:cNvSpPr>
          <p:nvPr/>
        </p:nvSpPr>
        <p:spPr bwMode="auto">
          <a:xfrm>
            <a:off x="860571" y="6301072"/>
            <a:ext cx="2066395" cy="130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FontTx/>
              <a:buAutoNum type="arabicPeriod"/>
            </a:pP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입력</a:t>
            </a:r>
          </a:p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FontTx/>
              <a:buAutoNum type="arabicPeriod"/>
            </a:pP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입력</a:t>
            </a:r>
          </a:p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FontTx/>
              <a:buAutoNum type="arabicPeriod"/>
            </a:pP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입력</a:t>
            </a:r>
          </a:p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FontTx/>
              <a:buAutoNum type="arabicPeriod"/>
            </a:pP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입력</a:t>
            </a:r>
          </a:p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FontTx/>
              <a:buAutoNum type="arabicPeriod"/>
            </a:pP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입력</a:t>
            </a:r>
          </a:p>
        </p:txBody>
      </p:sp>
      <p:sp>
        <p:nvSpPr>
          <p:cNvPr id="76" name="Rectangle 26"/>
          <p:cNvSpPr>
            <a:spLocks noChangeArrowheads="1"/>
          </p:cNvSpPr>
          <p:nvPr/>
        </p:nvSpPr>
        <p:spPr bwMode="auto">
          <a:xfrm>
            <a:off x="5819700" y="6301072"/>
            <a:ext cx="360612" cy="130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8001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2573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7145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1717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</a:p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</a:p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</a:p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</a:p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  <a:endParaRPr lang="en-US" altLang="ko-KR" sz="1100" dirty="0">
              <a:solidFill>
                <a:prstClr val="black">
                  <a:lumMod val="75000"/>
                  <a:lumOff val="25000"/>
                </a:prst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pSp>
        <p:nvGrpSpPr>
          <p:cNvPr id="38" name="그룹 37"/>
          <p:cNvGrpSpPr/>
          <p:nvPr/>
        </p:nvGrpSpPr>
        <p:grpSpPr>
          <a:xfrm>
            <a:off x="1847976" y="6395282"/>
            <a:ext cx="3849276" cy="1094856"/>
            <a:chOff x="1988840" y="4226489"/>
            <a:chExt cx="3708412" cy="1094856"/>
          </a:xfrm>
        </p:grpSpPr>
        <p:sp>
          <p:nvSpPr>
            <p:cNvPr id="39" name="Line 59"/>
            <p:cNvSpPr>
              <a:spLocks noChangeShapeType="1"/>
            </p:cNvSpPr>
            <p:nvPr/>
          </p:nvSpPr>
          <p:spPr bwMode="auto">
            <a:xfrm>
              <a:off x="1988840" y="4226489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40" name="Line 59"/>
            <p:cNvSpPr>
              <a:spLocks noChangeShapeType="1"/>
            </p:cNvSpPr>
            <p:nvPr/>
          </p:nvSpPr>
          <p:spPr bwMode="auto">
            <a:xfrm>
              <a:off x="1988840" y="5321345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41" name="Line 59"/>
            <p:cNvSpPr>
              <a:spLocks noChangeShapeType="1"/>
            </p:cNvSpPr>
            <p:nvPr/>
          </p:nvSpPr>
          <p:spPr bwMode="auto">
            <a:xfrm>
              <a:off x="1988840" y="5047631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42" name="Line 59"/>
            <p:cNvSpPr>
              <a:spLocks noChangeShapeType="1"/>
            </p:cNvSpPr>
            <p:nvPr/>
          </p:nvSpPr>
          <p:spPr bwMode="auto">
            <a:xfrm>
              <a:off x="1988840" y="4773917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43" name="Line 59"/>
            <p:cNvSpPr>
              <a:spLocks noChangeShapeType="1"/>
            </p:cNvSpPr>
            <p:nvPr/>
          </p:nvSpPr>
          <p:spPr bwMode="auto">
            <a:xfrm>
              <a:off x="1988840" y="4500203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2273876" y="2534593"/>
            <a:ext cx="23102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dirty="0" smtClean="0">
                <a:solidFill>
                  <a:srgbClr val="1B4388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Segoe UI" panose="020B0502040204020203" pitchFamily="34" charset="0"/>
              </a:rPr>
              <a:t>CONTENTS</a:t>
            </a:r>
            <a:endParaRPr lang="ko-KR" altLang="en-US" sz="2800" dirty="0">
              <a:solidFill>
                <a:srgbClr val="1B4388"/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098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25"/>
          <p:cNvSpPr txBox="1">
            <a:spLocks noChangeArrowheads="1"/>
          </p:cNvSpPr>
          <p:nvPr/>
        </p:nvSpPr>
        <p:spPr bwMode="auto">
          <a:xfrm>
            <a:off x="781658" y="3681084"/>
            <a:ext cx="2380780" cy="367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808038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514475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2036763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559050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30162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4734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9306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3878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latinLnBrk="0">
              <a:lnSpc>
                <a:spcPct val="140000"/>
              </a:lnSpc>
            </a:pPr>
            <a:r>
              <a:rPr lang="ko-KR" altLang="en-US" sz="1400" dirty="0">
                <a:solidFill>
                  <a:srgbClr val="00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상생협력 및 하도급계약 적정성</a:t>
            </a:r>
            <a:endParaRPr lang="en-US" altLang="ko-KR" sz="1400" dirty="0">
              <a:solidFill>
                <a:srgbClr val="00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2" name="Text Box 25"/>
          <p:cNvSpPr txBox="1">
            <a:spLocks noChangeArrowheads="1"/>
          </p:cNvSpPr>
          <p:nvPr/>
        </p:nvSpPr>
        <p:spPr bwMode="auto">
          <a:xfrm>
            <a:off x="459372" y="3694293"/>
            <a:ext cx="428322" cy="367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808038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514475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2036763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559050" indent="-457200" defTabSz="15843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30162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4734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9306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387850" indent="-457200" defTabSz="15843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latinLnBrk="0">
              <a:lnSpc>
                <a:spcPct val="140000"/>
              </a:lnSpc>
            </a:pPr>
            <a:r>
              <a:rPr lang="en-US" altLang="ko-KR" sz="1400" spc="-50" dirty="0" smtClean="0">
                <a:solidFill>
                  <a:srgbClr val="2E72B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V</a:t>
            </a:r>
            <a:r>
              <a:rPr lang="en-US" altLang="ko-KR" sz="1400" spc="-50" dirty="0">
                <a:solidFill>
                  <a:srgbClr val="2E72B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I</a:t>
            </a:r>
            <a:r>
              <a:rPr lang="en-US" altLang="ko-KR" sz="1400" spc="-50" dirty="0" smtClean="0">
                <a:solidFill>
                  <a:srgbClr val="2E72B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I</a:t>
            </a:r>
            <a:r>
              <a:rPr lang="en-US" altLang="ko-KR" sz="1400" spc="-50" dirty="0">
                <a:solidFill>
                  <a:srgbClr val="2E72B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.</a:t>
            </a:r>
            <a:endParaRPr lang="ko-KR" altLang="en-US" sz="1400" spc="-50" dirty="0">
              <a:solidFill>
                <a:srgbClr val="2E72B0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54" name="Rectangle 26"/>
          <p:cNvSpPr>
            <a:spLocks noChangeArrowheads="1"/>
          </p:cNvSpPr>
          <p:nvPr/>
        </p:nvSpPr>
        <p:spPr bwMode="auto">
          <a:xfrm>
            <a:off x="860570" y="4125929"/>
            <a:ext cx="2352405" cy="130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8001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2573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7145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1717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FontTx/>
              <a:buAutoNum type="arabicPeriod"/>
            </a:pPr>
            <a:r>
              <a:rPr lang="ko-KR" altLang="en-U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</a:t>
            </a: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입력</a:t>
            </a:r>
          </a:p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FontTx/>
              <a:buAutoNum type="arabicPeriod"/>
            </a:pPr>
            <a:r>
              <a:rPr lang="ko-KR" altLang="en-U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</a:t>
            </a: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입력</a:t>
            </a:r>
          </a:p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FontTx/>
              <a:buAutoNum type="arabicPeriod"/>
            </a:pPr>
            <a:r>
              <a:rPr lang="ko-KR" altLang="en-U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</a:t>
            </a: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입력</a:t>
            </a:r>
          </a:p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FontTx/>
              <a:buAutoNum type="arabicPeriod"/>
            </a:pPr>
            <a:r>
              <a:rPr lang="ko-KR" altLang="en-U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</a:t>
            </a: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입력</a:t>
            </a:r>
          </a:p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FontTx/>
              <a:buAutoNum type="arabicPeriod"/>
            </a:pPr>
            <a:r>
              <a:rPr lang="ko-KR" altLang="en-U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</a:t>
            </a: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입력</a:t>
            </a:r>
          </a:p>
        </p:txBody>
      </p:sp>
      <p:sp>
        <p:nvSpPr>
          <p:cNvPr id="88" name="Rectangle 26"/>
          <p:cNvSpPr>
            <a:spLocks noChangeArrowheads="1"/>
          </p:cNvSpPr>
          <p:nvPr/>
        </p:nvSpPr>
        <p:spPr bwMode="auto">
          <a:xfrm>
            <a:off x="5819700" y="4125929"/>
            <a:ext cx="360612" cy="130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8001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2573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7145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1717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</a:p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</a:p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</a:p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</a:p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  <a:endParaRPr lang="en-US" altLang="ko-KR" sz="1100" dirty="0">
              <a:solidFill>
                <a:prstClr val="black">
                  <a:lumMod val="75000"/>
                  <a:lumOff val="25000"/>
                </a:prst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847976" y="4226489"/>
            <a:ext cx="3849276" cy="1094856"/>
            <a:chOff x="1988840" y="4226489"/>
            <a:chExt cx="3708412" cy="1094856"/>
          </a:xfrm>
        </p:grpSpPr>
        <p:sp>
          <p:nvSpPr>
            <p:cNvPr id="73" name="Line 59"/>
            <p:cNvSpPr>
              <a:spLocks noChangeShapeType="1"/>
            </p:cNvSpPr>
            <p:nvPr/>
          </p:nvSpPr>
          <p:spPr bwMode="auto">
            <a:xfrm>
              <a:off x="1988840" y="4226489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32" name="Line 59"/>
            <p:cNvSpPr>
              <a:spLocks noChangeShapeType="1"/>
            </p:cNvSpPr>
            <p:nvPr/>
          </p:nvSpPr>
          <p:spPr bwMode="auto">
            <a:xfrm>
              <a:off x="1988840" y="5321345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33" name="Line 59"/>
            <p:cNvSpPr>
              <a:spLocks noChangeShapeType="1"/>
            </p:cNvSpPr>
            <p:nvPr/>
          </p:nvSpPr>
          <p:spPr bwMode="auto">
            <a:xfrm>
              <a:off x="1988840" y="5047631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34" name="Line 59"/>
            <p:cNvSpPr>
              <a:spLocks noChangeShapeType="1"/>
            </p:cNvSpPr>
            <p:nvPr/>
          </p:nvSpPr>
          <p:spPr bwMode="auto">
            <a:xfrm>
              <a:off x="1988840" y="4773917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35" name="Line 59"/>
            <p:cNvSpPr>
              <a:spLocks noChangeShapeType="1"/>
            </p:cNvSpPr>
            <p:nvPr/>
          </p:nvSpPr>
          <p:spPr bwMode="auto">
            <a:xfrm>
              <a:off x="1988840" y="4500203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504256" y="5867472"/>
            <a:ext cx="713015" cy="367537"/>
            <a:chOff x="504256" y="5867472"/>
            <a:chExt cx="713015" cy="367537"/>
          </a:xfrm>
        </p:grpSpPr>
        <p:sp>
          <p:nvSpPr>
            <p:cNvPr id="77" name="Text Box 25"/>
            <p:cNvSpPr txBox="1">
              <a:spLocks noChangeArrowheads="1"/>
            </p:cNvSpPr>
            <p:nvPr/>
          </p:nvSpPr>
          <p:spPr bwMode="auto">
            <a:xfrm>
              <a:off x="718416" y="5867472"/>
              <a:ext cx="498855" cy="367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ko-KR"/>
              </a:defPPr>
              <a:lvl1pPr marL="457200" indent="-457200" defTabSz="1584325" latinLnBrk="0">
                <a:lnSpc>
                  <a:spcPct val="140000"/>
                </a:lnSpc>
                <a:defRPr kumimoji="1" sz="14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defRPr>
              </a:lvl1pPr>
              <a:lvl2pPr marL="808038" indent="-457200" defTabSz="1584325">
                <a:defRPr kumimoji="1">
                  <a:latin typeface="굴림" charset="-127"/>
                  <a:ea typeface="굴림" charset="-127"/>
                </a:defRPr>
              </a:lvl2pPr>
              <a:lvl3pPr marL="1514475" indent="-457200" defTabSz="1584325">
                <a:defRPr kumimoji="1">
                  <a:latin typeface="굴림" charset="-127"/>
                  <a:ea typeface="굴림" charset="-127"/>
                </a:defRPr>
              </a:lvl3pPr>
              <a:lvl4pPr marL="2036763" indent="-457200" defTabSz="1584325">
                <a:defRPr kumimoji="1">
                  <a:latin typeface="굴림" charset="-127"/>
                  <a:ea typeface="굴림" charset="-127"/>
                </a:defRPr>
              </a:lvl4pPr>
              <a:lvl5pPr marL="2559050" indent="-457200" defTabSz="1584325">
                <a:defRPr kumimoji="1">
                  <a:latin typeface="굴림" charset="-127"/>
                  <a:ea typeface="굴림" charset="-127"/>
                </a:defRPr>
              </a:lvl5pPr>
              <a:lvl6pPr marL="3016250" indent="-457200" defTabSz="1584325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6pPr>
              <a:lvl7pPr marL="3473450" indent="-457200" defTabSz="1584325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7pPr>
              <a:lvl8pPr marL="3930650" indent="-457200" defTabSz="1584325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8pPr>
              <a:lvl9pPr marL="4387850" indent="-457200" defTabSz="1584325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9pPr>
            </a:lstStyle>
            <a:p>
              <a:r>
                <a:rPr lang="ko-KR" altLang="en-US" dirty="0">
                  <a:ln>
                    <a:noFill/>
                  </a:ln>
                </a:rPr>
                <a:t>별첨</a:t>
              </a:r>
              <a:endParaRPr lang="en-US" altLang="ko-KR" dirty="0">
                <a:ln>
                  <a:noFill/>
                </a:ln>
              </a:endParaRPr>
            </a:p>
          </p:txBody>
        </p:sp>
        <p:sp>
          <p:nvSpPr>
            <p:cNvPr id="78" name="Text Box 25"/>
            <p:cNvSpPr txBox="1">
              <a:spLocks noChangeArrowheads="1"/>
            </p:cNvSpPr>
            <p:nvPr/>
          </p:nvSpPr>
          <p:spPr bwMode="auto">
            <a:xfrm>
              <a:off x="504256" y="5867472"/>
              <a:ext cx="284052" cy="367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marL="457200" indent="-457200" defTabSz="1584325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808038" indent="-457200" defTabSz="1584325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514475" indent="-457200" defTabSz="1584325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2036763" indent="-457200" defTabSz="1584325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559050" indent="-457200" defTabSz="1584325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3016250" indent="-457200" defTabSz="15843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3473450" indent="-457200" defTabSz="15843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930650" indent="-457200" defTabSz="15843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4387850" indent="-457200" defTabSz="1584325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latinLnBrk="0">
                <a:lnSpc>
                  <a:spcPct val="140000"/>
                </a:lnSpc>
              </a:pPr>
              <a:r>
                <a:rPr lang="en-US" altLang="ko-KR" sz="1400" spc="-50" dirty="0">
                  <a:solidFill>
                    <a:srgbClr val="2E72B0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Times New Roman" panose="02020603050405020304" pitchFamily="18" charset="0"/>
                </a:rPr>
                <a:t>+</a:t>
              </a:r>
              <a:endParaRPr lang="ko-KR" altLang="en-US" sz="1400" spc="-50" dirty="0">
                <a:solidFill>
                  <a:srgbClr val="2E72B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74" name="Rectangle 26"/>
          <p:cNvSpPr>
            <a:spLocks noChangeArrowheads="1"/>
          </p:cNvSpPr>
          <p:nvPr/>
        </p:nvSpPr>
        <p:spPr bwMode="auto">
          <a:xfrm>
            <a:off x="860571" y="6301072"/>
            <a:ext cx="2066395" cy="130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FontTx/>
              <a:buAutoNum type="arabicPeriod"/>
            </a:pP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입력</a:t>
            </a:r>
          </a:p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FontTx/>
              <a:buAutoNum type="arabicPeriod"/>
            </a:pP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입력</a:t>
            </a:r>
          </a:p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FontTx/>
              <a:buAutoNum type="arabicPeriod"/>
            </a:pP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입력</a:t>
            </a:r>
          </a:p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FontTx/>
              <a:buAutoNum type="arabicPeriod"/>
            </a:pP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입력</a:t>
            </a:r>
          </a:p>
          <a:p>
            <a:pPr marL="182563" indent="-182563" fontAlgn="ctr">
              <a:spcBef>
                <a:spcPts val="600"/>
              </a:spcBef>
              <a:spcAft>
                <a:spcPts val="300"/>
              </a:spcAft>
              <a:buFontTx/>
              <a:buAutoNum type="arabicPeriod"/>
            </a:pP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부제목 입력</a:t>
            </a:r>
          </a:p>
        </p:txBody>
      </p:sp>
      <p:sp>
        <p:nvSpPr>
          <p:cNvPr id="76" name="Rectangle 26"/>
          <p:cNvSpPr>
            <a:spLocks noChangeArrowheads="1"/>
          </p:cNvSpPr>
          <p:nvPr/>
        </p:nvSpPr>
        <p:spPr bwMode="auto">
          <a:xfrm>
            <a:off x="5819700" y="6301072"/>
            <a:ext cx="360612" cy="130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8001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2573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7145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1717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</a:p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</a:p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</a:p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</a:p>
          <a:p>
            <a:pPr marL="0" indent="0" fontAlgn="ctr">
              <a:spcBef>
                <a:spcPts val="600"/>
              </a:spcBef>
              <a:spcAft>
                <a:spcPts val="300"/>
              </a:spcAft>
            </a:pPr>
            <a:r>
              <a:rPr lang="en-US" altLang="ko-KR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00</a:t>
            </a:r>
            <a:endParaRPr lang="en-US" altLang="ko-KR" sz="1100" dirty="0">
              <a:solidFill>
                <a:prstClr val="black">
                  <a:lumMod val="75000"/>
                  <a:lumOff val="25000"/>
                </a:prst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pSp>
        <p:nvGrpSpPr>
          <p:cNvPr id="38" name="그룹 37"/>
          <p:cNvGrpSpPr/>
          <p:nvPr/>
        </p:nvGrpSpPr>
        <p:grpSpPr>
          <a:xfrm>
            <a:off x="1847976" y="6395282"/>
            <a:ext cx="3849276" cy="1094856"/>
            <a:chOff x="1988840" y="4226489"/>
            <a:chExt cx="3708412" cy="1094856"/>
          </a:xfrm>
        </p:grpSpPr>
        <p:sp>
          <p:nvSpPr>
            <p:cNvPr id="39" name="Line 59"/>
            <p:cNvSpPr>
              <a:spLocks noChangeShapeType="1"/>
            </p:cNvSpPr>
            <p:nvPr/>
          </p:nvSpPr>
          <p:spPr bwMode="auto">
            <a:xfrm>
              <a:off x="1988840" y="4226489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40" name="Line 59"/>
            <p:cNvSpPr>
              <a:spLocks noChangeShapeType="1"/>
            </p:cNvSpPr>
            <p:nvPr/>
          </p:nvSpPr>
          <p:spPr bwMode="auto">
            <a:xfrm>
              <a:off x="1988840" y="5321345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41" name="Line 59"/>
            <p:cNvSpPr>
              <a:spLocks noChangeShapeType="1"/>
            </p:cNvSpPr>
            <p:nvPr/>
          </p:nvSpPr>
          <p:spPr bwMode="auto">
            <a:xfrm>
              <a:off x="1988840" y="5047631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42" name="Line 59"/>
            <p:cNvSpPr>
              <a:spLocks noChangeShapeType="1"/>
            </p:cNvSpPr>
            <p:nvPr/>
          </p:nvSpPr>
          <p:spPr bwMode="auto">
            <a:xfrm>
              <a:off x="1988840" y="4773917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43" name="Line 59"/>
            <p:cNvSpPr>
              <a:spLocks noChangeShapeType="1"/>
            </p:cNvSpPr>
            <p:nvPr/>
          </p:nvSpPr>
          <p:spPr bwMode="auto">
            <a:xfrm>
              <a:off x="1988840" y="4500203"/>
              <a:ext cx="3708412" cy="0"/>
            </a:xfrm>
            <a:prstGeom prst="line">
              <a:avLst/>
            </a:prstGeom>
            <a:noFill/>
            <a:ln w="12700" cap="rnd">
              <a:solidFill>
                <a:srgbClr val="C0C0C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Aft>
                  <a:spcPts val="800"/>
                </a:spcAft>
              </a:pPr>
              <a:endParaRPr lang="ko-KR" altLang="en-US" sz="200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2273876" y="2534593"/>
            <a:ext cx="23102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dirty="0" smtClean="0">
                <a:solidFill>
                  <a:srgbClr val="1B4388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Segoe UI" panose="020B0502040204020203" pitchFamily="34" charset="0"/>
              </a:rPr>
              <a:t>CONTENTS</a:t>
            </a:r>
            <a:endParaRPr lang="ko-KR" altLang="en-US" sz="2800" dirty="0">
              <a:solidFill>
                <a:srgbClr val="1B4388"/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147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0">
            <a:extLst>
              <a:ext uri="{FF2B5EF4-FFF2-40B4-BE49-F238E27FC236}">
                <a16:creationId xmlns:a16="http://schemas.microsoft.com/office/drawing/2014/main" id="{41D592A9-489A-419B-B5AD-8130F36FA1A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647000" y="3717730"/>
            <a:ext cx="3564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1" sz="3600" b="1" i="0" u="none" strike="noStrike" cap="none" spc="-30" normalizeH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E4843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 marL="742950" indent="-285750" eaLnBrk="0" hangingPunct="0">
              <a:defRPr kumimoji="1" b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9pPr>
          </a:lstStyle>
          <a:p>
            <a:r>
              <a:rPr lang="ko-KR" altLang="en-US" sz="3800" b="0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일반현황</a:t>
            </a:r>
          </a:p>
        </p:txBody>
      </p:sp>
      <p:sp>
        <p:nvSpPr>
          <p:cNvPr id="4" name="Rectangle 26"/>
          <p:cNvSpPr>
            <a:spLocks noChangeArrowheads="1"/>
          </p:cNvSpPr>
          <p:nvPr/>
        </p:nvSpPr>
        <p:spPr bwMode="auto">
          <a:xfrm>
            <a:off x="2357198" y="4592960"/>
            <a:ext cx="1841851" cy="104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8001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2573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7145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1717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fontAlgn="ctr">
              <a:lnSpc>
                <a:spcPct val="114000"/>
              </a:lnSpc>
              <a:spcAft>
                <a:spcPts val="800"/>
              </a:spcAft>
              <a:buAutoNum type="arabicPeriod"/>
            </a:pP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내용을 입력하세요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fontAlgn="ctr">
              <a:lnSpc>
                <a:spcPct val="114000"/>
              </a:lnSpc>
              <a:spcAft>
                <a:spcPts val="800"/>
              </a:spcAft>
              <a:buAutoNum type="arabicPeriod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내용을 입력하세요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fontAlgn="ctr">
              <a:lnSpc>
                <a:spcPct val="114000"/>
              </a:lnSpc>
              <a:spcAft>
                <a:spcPts val="800"/>
              </a:spcAft>
              <a:buAutoNum type="arabicPeriod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내용을 입력하세요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18897" y="2144688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>
                <a:solidFill>
                  <a:srgbClr val="1B4388"/>
                </a:solidFill>
                <a:effectLst/>
                <a:latin typeface="KoPub돋움체 Light" panose="00000300000000000000" pitchFamily="2" charset="-127"/>
                <a:ea typeface="KoPub돋움체 Light" panose="00000300000000000000" pitchFamily="2" charset="-127"/>
                <a:cs typeface="Segoe UI" panose="020B0502040204020203" pitchFamily="34" charset="0"/>
              </a:rPr>
              <a:t>CHAPTER</a:t>
            </a:r>
            <a:endParaRPr lang="ko-KR" altLang="en-US" sz="1600" b="0" dirty="0">
              <a:solidFill>
                <a:srgbClr val="1B4388"/>
              </a:solidFill>
              <a:effectLst/>
              <a:latin typeface="KoPub돋움체 Light" panose="00000300000000000000" pitchFamily="2" charset="-127"/>
              <a:ea typeface="KoPub돋움체 Light" panose="00000300000000000000" pitchFamily="2" charset="-127"/>
              <a:cs typeface="Segoe UI" panose="020B0502040204020203" pitchFamily="34" charset="0"/>
            </a:endParaRPr>
          </a:p>
        </p:txBody>
      </p:sp>
      <p:sp>
        <p:nvSpPr>
          <p:cNvPr id="6" name="Text Box 79"/>
          <p:cNvSpPr txBox="1">
            <a:spLocks noChangeArrowheads="1"/>
          </p:cNvSpPr>
          <p:nvPr/>
        </p:nvSpPr>
        <p:spPr bwMode="gray">
          <a:xfrm>
            <a:off x="3103905" y="2571252"/>
            <a:ext cx="646597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5000" b="0" kern="1200" spc="-150" baseline="0" dirty="0" smtClean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I</a:t>
            </a:r>
            <a:endParaRPr kumimoji="1" lang="ko-KR" altLang="en-US" sz="5000" b="0" kern="1200" spc="-150" baseline="0" dirty="0" smtClean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78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0">
            <a:extLst>
              <a:ext uri="{FF2B5EF4-FFF2-40B4-BE49-F238E27FC236}">
                <a16:creationId xmlns:a16="http://schemas.microsoft.com/office/drawing/2014/main" id="{41D592A9-489A-419B-B5AD-8130F36FA1A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647000" y="3717730"/>
            <a:ext cx="3564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1" sz="3600" b="1" i="0" u="none" strike="noStrike" cap="none" spc="-30" normalizeH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E4843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 marL="742950" indent="-285750" eaLnBrk="0" hangingPunct="0">
              <a:defRPr kumimoji="1" b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9pPr>
          </a:lstStyle>
          <a:p>
            <a:r>
              <a:rPr lang="ko-KR" altLang="en-US" sz="3800" b="0" spc="0" dirty="0">
                <a:ln>
                  <a:noFill/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전략 및 방법론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18897" y="2144688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>
                <a:solidFill>
                  <a:srgbClr val="1B4388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Segoe UI" panose="020B0502040204020203" pitchFamily="34" charset="0"/>
              </a:rPr>
              <a:t>CHAPTER</a:t>
            </a:r>
            <a:endParaRPr lang="ko-KR" altLang="en-US" sz="1600" dirty="0">
              <a:solidFill>
                <a:srgbClr val="1B4388"/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Segoe UI" panose="020B0502040204020203" pitchFamily="34" charset="0"/>
            </a:endParaRPr>
          </a:p>
        </p:txBody>
      </p:sp>
      <p:sp>
        <p:nvSpPr>
          <p:cNvPr id="6" name="Text Box 79"/>
          <p:cNvSpPr txBox="1">
            <a:spLocks noChangeArrowheads="1"/>
          </p:cNvSpPr>
          <p:nvPr/>
        </p:nvSpPr>
        <p:spPr bwMode="gray">
          <a:xfrm>
            <a:off x="3103905" y="2571252"/>
            <a:ext cx="646597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0" hangingPunct="1">
              <a:defRPr/>
            </a:pPr>
            <a:r>
              <a:rPr lang="en-US" altLang="ko-KR" sz="5000" b="0" spc="-150" dirty="0" smtClean="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II</a:t>
            </a:r>
            <a:endParaRPr lang="ko-KR" altLang="en-US" sz="5000" b="0" spc="-150" dirty="0" smtClean="0"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7" name="Rectangle 26"/>
          <p:cNvSpPr>
            <a:spLocks noChangeArrowheads="1"/>
          </p:cNvSpPr>
          <p:nvPr/>
        </p:nvSpPr>
        <p:spPr bwMode="auto">
          <a:xfrm>
            <a:off x="2357198" y="4592960"/>
            <a:ext cx="1841851" cy="104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8001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2573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7145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1717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fontAlgn="ctr">
              <a:lnSpc>
                <a:spcPct val="114000"/>
              </a:lnSpc>
              <a:spcAft>
                <a:spcPts val="800"/>
              </a:spcAft>
              <a:buAutoNum type="arabicPeriod"/>
            </a:pP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내용을 입력하세요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fontAlgn="ctr">
              <a:lnSpc>
                <a:spcPct val="114000"/>
              </a:lnSpc>
              <a:spcAft>
                <a:spcPts val="800"/>
              </a:spcAft>
              <a:buAutoNum type="arabicPeriod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내용을 입력하세요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fontAlgn="ctr">
              <a:lnSpc>
                <a:spcPct val="114000"/>
              </a:lnSpc>
              <a:spcAft>
                <a:spcPts val="800"/>
              </a:spcAft>
              <a:buAutoNum type="arabicPeriod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내용을 입력하세요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479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0">
            <a:extLst>
              <a:ext uri="{FF2B5EF4-FFF2-40B4-BE49-F238E27FC236}">
                <a16:creationId xmlns:a16="http://schemas.microsoft.com/office/drawing/2014/main" id="{41D592A9-489A-419B-B5AD-8130F36FA1A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263650" y="3717730"/>
            <a:ext cx="43307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1" sz="3600" b="1" i="0" u="none" strike="noStrike" cap="none" spc="-30" normalizeH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E4843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 marL="742950" indent="-285750" eaLnBrk="0" hangingPunct="0">
              <a:defRPr kumimoji="1" b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9pPr>
          </a:lstStyle>
          <a:p>
            <a:r>
              <a:rPr lang="ko-KR" altLang="en-US" sz="3800" b="0" spc="0" dirty="0">
                <a:ln>
                  <a:noFill/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기술 및 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18897" y="2144688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>
                <a:solidFill>
                  <a:srgbClr val="1B4388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Segoe UI" panose="020B0502040204020203" pitchFamily="34" charset="0"/>
              </a:rPr>
              <a:t>CHAPTER</a:t>
            </a:r>
            <a:endParaRPr lang="ko-KR" altLang="en-US" sz="1600" dirty="0">
              <a:solidFill>
                <a:srgbClr val="1B4388"/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Segoe UI" panose="020B0502040204020203" pitchFamily="34" charset="0"/>
            </a:endParaRPr>
          </a:p>
        </p:txBody>
      </p:sp>
      <p:sp>
        <p:nvSpPr>
          <p:cNvPr id="6" name="Text Box 79"/>
          <p:cNvSpPr txBox="1">
            <a:spLocks noChangeArrowheads="1"/>
          </p:cNvSpPr>
          <p:nvPr/>
        </p:nvSpPr>
        <p:spPr bwMode="gray">
          <a:xfrm>
            <a:off x="3103905" y="2571252"/>
            <a:ext cx="646597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0" hangingPunct="1">
              <a:defRPr/>
            </a:pPr>
            <a:r>
              <a:rPr lang="en-US" altLang="ko-KR" sz="5000" b="0" spc="-150" dirty="0" smtClean="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III</a:t>
            </a:r>
            <a:endParaRPr lang="ko-KR" altLang="en-US" sz="5000" b="0" spc="-150" dirty="0" smtClean="0"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7" name="Rectangle 26"/>
          <p:cNvSpPr>
            <a:spLocks noChangeArrowheads="1"/>
          </p:cNvSpPr>
          <p:nvPr/>
        </p:nvSpPr>
        <p:spPr bwMode="auto">
          <a:xfrm>
            <a:off x="2357198" y="4592960"/>
            <a:ext cx="1841851" cy="104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8001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2573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7145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1717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fontAlgn="ctr">
              <a:lnSpc>
                <a:spcPct val="114000"/>
              </a:lnSpc>
              <a:spcAft>
                <a:spcPts val="800"/>
              </a:spcAft>
              <a:buAutoNum type="arabicPeriod"/>
            </a:pP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내용을 입력하세요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fontAlgn="ctr">
              <a:lnSpc>
                <a:spcPct val="114000"/>
              </a:lnSpc>
              <a:spcAft>
                <a:spcPts val="800"/>
              </a:spcAft>
              <a:buAutoNum type="arabicPeriod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내용을 입력하세요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fontAlgn="ctr">
              <a:lnSpc>
                <a:spcPct val="114000"/>
              </a:lnSpc>
              <a:spcAft>
                <a:spcPts val="800"/>
              </a:spcAft>
              <a:buAutoNum type="arabicPeriod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내용을 입력하세요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1912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0">
            <a:extLst>
              <a:ext uri="{FF2B5EF4-FFF2-40B4-BE49-F238E27FC236}">
                <a16:creationId xmlns:a16="http://schemas.microsoft.com/office/drawing/2014/main" id="{41D592A9-489A-419B-B5AD-8130F36FA1A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647000" y="3717730"/>
            <a:ext cx="3564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1" sz="3600" b="1" i="0" u="none" strike="noStrike" cap="none" spc="-30" normalizeH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E4843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 marL="742950" indent="-285750" eaLnBrk="0" hangingPunct="0">
              <a:defRPr kumimoji="1" b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9pPr>
          </a:lstStyle>
          <a:p>
            <a:r>
              <a:rPr lang="ko-KR" altLang="en-US" sz="3800" b="0" spc="0" dirty="0">
                <a:ln>
                  <a:noFill/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성능 및 품질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18897" y="2144688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>
                <a:solidFill>
                  <a:srgbClr val="1B4388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Segoe UI" panose="020B0502040204020203" pitchFamily="34" charset="0"/>
              </a:rPr>
              <a:t>CHAPTER</a:t>
            </a:r>
            <a:endParaRPr lang="ko-KR" altLang="en-US" sz="1600" dirty="0">
              <a:solidFill>
                <a:srgbClr val="1B4388"/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Segoe UI" panose="020B0502040204020203" pitchFamily="34" charset="0"/>
            </a:endParaRPr>
          </a:p>
        </p:txBody>
      </p:sp>
      <p:sp>
        <p:nvSpPr>
          <p:cNvPr id="6" name="Text Box 79"/>
          <p:cNvSpPr txBox="1">
            <a:spLocks noChangeArrowheads="1"/>
          </p:cNvSpPr>
          <p:nvPr/>
        </p:nvSpPr>
        <p:spPr bwMode="gray">
          <a:xfrm>
            <a:off x="3103905" y="2571252"/>
            <a:ext cx="646597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0" hangingPunct="1">
              <a:defRPr/>
            </a:pPr>
            <a:r>
              <a:rPr lang="en-US" altLang="ko-KR" sz="5000" b="0" spc="-150" dirty="0" smtClean="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IV</a:t>
            </a:r>
            <a:endParaRPr lang="ko-KR" altLang="en-US" sz="5000" b="0" spc="-150" dirty="0" smtClean="0"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7" name="Rectangle 26"/>
          <p:cNvSpPr>
            <a:spLocks noChangeArrowheads="1"/>
          </p:cNvSpPr>
          <p:nvPr/>
        </p:nvSpPr>
        <p:spPr bwMode="auto">
          <a:xfrm>
            <a:off x="2357198" y="4592960"/>
            <a:ext cx="1841851" cy="104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8001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2573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7145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1717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fontAlgn="ctr">
              <a:lnSpc>
                <a:spcPct val="114000"/>
              </a:lnSpc>
              <a:spcAft>
                <a:spcPts val="800"/>
              </a:spcAft>
              <a:buAutoNum type="arabicPeriod"/>
            </a:pP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내용을 입력하세요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fontAlgn="ctr">
              <a:lnSpc>
                <a:spcPct val="114000"/>
              </a:lnSpc>
              <a:spcAft>
                <a:spcPts val="800"/>
              </a:spcAft>
              <a:buAutoNum type="arabicPeriod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내용을 입력하세요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fontAlgn="ctr">
              <a:lnSpc>
                <a:spcPct val="114000"/>
              </a:lnSpc>
              <a:spcAft>
                <a:spcPts val="800"/>
              </a:spcAft>
              <a:buAutoNum type="arabicPeriod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내용을 입력하세요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6454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0">
            <a:extLst>
              <a:ext uri="{FF2B5EF4-FFF2-40B4-BE49-F238E27FC236}">
                <a16:creationId xmlns:a16="http://schemas.microsoft.com/office/drawing/2014/main" id="{41D592A9-489A-419B-B5AD-8130F36FA1A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647000" y="3717730"/>
            <a:ext cx="3564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1" sz="3600" b="1" i="0" u="none" strike="noStrike" cap="none" spc="-30" normalizeH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E4843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 marL="742950" indent="-285750" eaLnBrk="0" hangingPunct="0">
              <a:defRPr kumimoji="1" b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9pPr>
          </a:lstStyle>
          <a:p>
            <a:r>
              <a:rPr lang="ko-KR" altLang="en-US" sz="3800" b="0" spc="0" dirty="0">
                <a:ln>
                  <a:noFill/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프로젝트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18897" y="2144688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>
                <a:solidFill>
                  <a:srgbClr val="1B4388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Segoe UI" panose="020B0502040204020203" pitchFamily="34" charset="0"/>
              </a:rPr>
              <a:t>CHAPTER</a:t>
            </a:r>
            <a:endParaRPr lang="ko-KR" altLang="en-US" sz="1600" dirty="0">
              <a:solidFill>
                <a:srgbClr val="1B4388"/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Segoe UI" panose="020B0502040204020203" pitchFamily="34" charset="0"/>
            </a:endParaRPr>
          </a:p>
        </p:txBody>
      </p:sp>
      <p:sp>
        <p:nvSpPr>
          <p:cNvPr id="6" name="Text Box 79"/>
          <p:cNvSpPr txBox="1">
            <a:spLocks noChangeArrowheads="1"/>
          </p:cNvSpPr>
          <p:nvPr/>
        </p:nvSpPr>
        <p:spPr bwMode="gray">
          <a:xfrm>
            <a:off x="3103905" y="2571252"/>
            <a:ext cx="646597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0" hangingPunct="1">
              <a:defRPr/>
            </a:pPr>
            <a:r>
              <a:rPr lang="en-US" altLang="ko-KR" sz="5000" b="0" spc="-150" dirty="0" smtClean="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V</a:t>
            </a:r>
            <a:endParaRPr lang="ko-KR" altLang="en-US" sz="5000" b="0" spc="-150" dirty="0" smtClean="0"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7" name="Rectangle 26"/>
          <p:cNvSpPr>
            <a:spLocks noChangeArrowheads="1"/>
          </p:cNvSpPr>
          <p:nvPr/>
        </p:nvSpPr>
        <p:spPr bwMode="auto">
          <a:xfrm>
            <a:off x="2357198" y="4592960"/>
            <a:ext cx="1841851" cy="104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8001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2573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7145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1717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fontAlgn="ctr">
              <a:lnSpc>
                <a:spcPct val="114000"/>
              </a:lnSpc>
              <a:spcAft>
                <a:spcPts val="800"/>
              </a:spcAft>
              <a:buAutoNum type="arabicPeriod"/>
            </a:pP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내용을 입력하세요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fontAlgn="ctr">
              <a:lnSpc>
                <a:spcPct val="114000"/>
              </a:lnSpc>
              <a:spcAft>
                <a:spcPts val="800"/>
              </a:spcAft>
              <a:buAutoNum type="arabicPeriod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내용을 입력하세요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fontAlgn="ctr">
              <a:lnSpc>
                <a:spcPct val="114000"/>
              </a:lnSpc>
              <a:spcAft>
                <a:spcPts val="800"/>
              </a:spcAft>
              <a:buAutoNum type="arabicPeriod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내용을 입력하세요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56399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0">
            <a:extLst>
              <a:ext uri="{FF2B5EF4-FFF2-40B4-BE49-F238E27FC236}">
                <a16:creationId xmlns:a16="http://schemas.microsoft.com/office/drawing/2014/main" id="{41D592A9-489A-419B-B5AD-8130F36FA1A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647000" y="3717730"/>
            <a:ext cx="3564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1" sz="3600" b="1" i="0" u="none" strike="noStrike" cap="none" spc="-30" normalizeH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E4843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 marL="742950" indent="-285750" eaLnBrk="0" hangingPunct="0">
              <a:defRPr kumimoji="1" b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9pPr>
          </a:lstStyle>
          <a:p>
            <a:r>
              <a:rPr lang="ko-KR" altLang="en-US" sz="3800" b="0" spc="0" dirty="0">
                <a:ln>
                  <a:noFill/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프로젝트 지원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18897" y="2144688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>
                <a:solidFill>
                  <a:srgbClr val="1B4388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Segoe UI" panose="020B0502040204020203" pitchFamily="34" charset="0"/>
              </a:rPr>
              <a:t>CHAPTER</a:t>
            </a:r>
            <a:endParaRPr lang="ko-KR" altLang="en-US" sz="1600" dirty="0">
              <a:solidFill>
                <a:srgbClr val="1B4388"/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Segoe UI" panose="020B0502040204020203" pitchFamily="34" charset="0"/>
            </a:endParaRPr>
          </a:p>
        </p:txBody>
      </p:sp>
      <p:sp>
        <p:nvSpPr>
          <p:cNvPr id="6" name="Text Box 79"/>
          <p:cNvSpPr txBox="1">
            <a:spLocks noChangeArrowheads="1"/>
          </p:cNvSpPr>
          <p:nvPr/>
        </p:nvSpPr>
        <p:spPr bwMode="gray">
          <a:xfrm>
            <a:off x="3103905" y="2571252"/>
            <a:ext cx="646597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0" hangingPunct="1">
              <a:defRPr/>
            </a:pPr>
            <a:r>
              <a:rPr lang="en-US" altLang="ko-KR" sz="5000" b="0" spc="-150" dirty="0" smtClean="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VI</a:t>
            </a:r>
            <a:endParaRPr lang="ko-KR" altLang="en-US" sz="5000" b="0" spc="-150" dirty="0" smtClean="0"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7" name="Rectangle 26"/>
          <p:cNvSpPr>
            <a:spLocks noChangeArrowheads="1"/>
          </p:cNvSpPr>
          <p:nvPr/>
        </p:nvSpPr>
        <p:spPr bwMode="auto">
          <a:xfrm>
            <a:off x="2357198" y="4592960"/>
            <a:ext cx="1841851" cy="104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8001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2573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7145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1717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fontAlgn="ctr">
              <a:lnSpc>
                <a:spcPct val="114000"/>
              </a:lnSpc>
              <a:spcAft>
                <a:spcPts val="800"/>
              </a:spcAft>
              <a:buAutoNum type="arabicPeriod"/>
            </a:pP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내용을 입력하세요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fontAlgn="ctr">
              <a:lnSpc>
                <a:spcPct val="114000"/>
              </a:lnSpc>
              <a:spcAft>
                <a:spcPts val="800"/>
              </a:spcAft>
              <a:buAutoNum type="arabicPeriod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내용을 입력하세요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fontAlgn="ctr">
              <a:lnSpc>
                <a:spcPct val="114000"/>
              </a:lnSpc>
              <a:spcAft>
                <a:spcPts val="800"/>
              </a:spcAft>
              <a:buAutoNum type="arabicPeriod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내용을 입력하세요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5111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0">
            <a:extLst>
              <a:ext uri="{FF2B5EF4-FFF2-40B4-BE49-F238E27FC236}">
                <a16:creationId xmlns:a16="http://schemas.microsoft.com/office/drawing/2014/main" id="{41D592A9-489A-419B-B5AD-8130F36FA1A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647000" y="3677370"/>
            <a:ext cx="3564000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1" sz="3600" b="1" i="0" u="none" strike="noStrike" cap="none" spc="-30" normalizeH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E4843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 marL="742950" indent="-285750" eaLnBrk="0" hangingPunct="0">
              <a:defRPr kumimoji="1" b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9pPr>
          </a:lstStyle>
          <a:p>
            <a:r>
              <a:rPr lang="ko-KR" altLang="en-US" sz="3800" b="0" spc="0" dirty="0">
                <a:ln>
                  <a:noFill/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상생협력 및 하도급계약 적정성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18897" y="2144688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>
                <a:solidFill>
                  <a:srgbClr val="1B4388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Segoe UI" panose="020B0502040204020203" pitchFamily="34" charset="0"/>
              </a:rPr>
              <a:t>CHAPTER</a:t>
            </a:r>
            <a:endParaRPr lang="ko-KR" altLang="en-US" sz="1600" dirty="0">
              <a:solidFill>
                <a:srgbClr val="1B4388"/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Segoe UI" panose="020B0502040204020203" pitchFamily="34" charset="0"/>
            </a:endParaRPr>
          </a:p>
        </p:txBody>
      </p:sp>
      <p:sp>
        <p:nvSpPr>
          <p:cNvPr id="6" name="Text Box 79"/>
          <p:cNvSpPr txBox="1">
            <a:spLocks noChangeArrowheads="1"/>
          </p:cNvSpPr>
          <p:nvPr/>
        </p:nvSpPr>
        <p:spPr bwMode="gray">
          <a:xfrm>
            <a:off x="2650707" y="2571252"/>
            <a:ext cx="1552994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0" hangingPunct="1">
              <a:defRPr/>
            </a:pPr>
            <a:r>
              <a:rPr lang="en-US" altLang="ko-KR" sz="5000" b="0" spc="-150" dirty="0" smtClean="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VII</a:t>
            </a:r>
            <a:endParaRPr lang="ko-KR" altLang="en-US" sz="5000" b="0" spc="-150" dirty="0"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7" name="Rectangle 26"/>
          <p:cNvSpPr>
            <a:spLocks noChangeArrowheads="1"/>
          </p:cNvSpPr>
          <p:nvPr/>
        </p:nvSpPr>
        <p:spPr bwMode="auto">
          <a:xfrm>
            <a:off x="2357198" y="5133020"/>
            <a:ext cx="1841851" cy="104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8001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2573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7145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1717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fontAlgn="ctr">
              <a:lnSpc>
                <a:spcPct val="114000"/>
              </a:lnSpc>
              <a:spcAft>
                <a:spcPts val="800"/>
              </a:spcAft>
              <a:buAutoNum type="arabicPeriod"/>
            </a:pP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내용을 입력하세요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fontAlgn="ctr">
              <a:lnSpc>
                <a:spcPct val="114000"/>
              </a:lnSpc>
              <a:spcAft>
                <a:spcPts val="800"/>
              </a:spcAft>
              <a:buAutoNum type="arabicPeriod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내용을 입력하세요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fontAlgn="ctr">
              <a:lnSpc>
                <a:spcPct val="114000"/>
              </a:lnSpc>
              <a:spcAft>
                <a:spcPts val="800"/>
              </a:spcAft>
              <a:buAutoNum type="arabicPeriod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내용을 입력하세요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928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0">
            <a:extLst>
              <a:ext uri="{FF2B5EF4-FFF2-40B4-BE49-F238E27FC236}">
                <a16:creationId xmlns:a16="http://schemas.microsoft.com/office/drawing/2014/main" id="{41D592A9-489A-419B-B5AD-8130F36FA1A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647000" y="3717730"/>
            <a:ext cx="3564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1" sz="3600" b="1" i="0" u="none" strike="noStrike" cap="none" spc="-30" normalizeH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E4843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 marL="742950" indent="-285750" eaLnBrk="0" hangingPunct="0">
              <a:defRPr kumimoji="1" b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9pPr>
          </a:lstStyle>
          <a:p>
            <a:r>
              <a:rPr lang="ko-KR" altLang="en-US" sz="3800" b="0" spc="0" dirty="0" smtClean="0">
                <a:ln>
                  <a:noFill/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별첨</a:t>
            </a:r>
            <a:endParaRPr lang="ko-KR" altLang="en-US" sz="3800" b="0" spc="0" dirty="0">
              <a:ln>
                <a:noFill/>
              </a:ln>
              <a:solidFill>
                <a:prstClr val="black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18897" y="2144688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>
                <a:solidFill>
                  <a:srgbClr val="1B4388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Segoe UI" panose="020B0502040204020203" pitchFamily="34" charset="0"/>
              </a:rPr>
              <a:t>CHAPTER</a:t>
            </a:r>
            <a:endParaRPr lang="ko-KR" altLang="en-US" sz="1600" dirty="0">
              <a:solidFill>
                <a:srgbClr val="1B4388"/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Segoe UI" panose="020B0502040204020203" pitchFamily="34" charset="0"/>
            </a:endParaRPr>
          </a:p>
        </p:txBody>
      </p:sp>
      <p:sp>
        <p:nvSpPr>
          <p:cNvPr id="6" name="Text Box 79"/>
          <p:cNvSpPr txBox="1">
            <a:spLocks noChangeArrowheads="1"/>
          </p:cNvSpPr>
          <p:nvPr/>
        </p:nvSpPr>
        <p:spPr bwMode="gray">
          <a:xfrm>
            <a:off x="3103905" y="2571252"/>
            <a:ext cx="646597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0" hangingPunct="1">
              <a:defRPr/>
            </a:pPr>
            <a:r>
              <a:rPr lang="en-US" altLang="ko-KR" sz="5000" b="0" spc="-150" dirty="0" smtClean="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Times New Roman" panose="02020603050405020304" pitchFamily="18" charset="0"/>
              </a:rPr>
              <a:t>+</a:t>
            </a:r>
            <a:endParaRPr lang="ko-KR" altLang="en-US" sz="5000" b="0" spc="-150" dirty="0" smtClean="0"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8" name="Rectangle 26"/>
          <p:cNvSpPr>
            <a:spLocks noChangeArrowheads="1"/>
          </p:cNvSpPr>
          <p:nvPr/>
        </p:nvSpPr>
        <p:spPr bwMode="auto">
          <a:xfrm>
            <a:off x="2357198" y="4592960"/>
            <a:ext cx="1841851" cy="104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8001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2573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7145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171700" indent="-3429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fontAlgn="ctr">
              <a:lnSpc>
                <a:spcPct val="114000"/>
              </a:lnSpc>
              <a:spcAft>
                <a:spcPts val="800"/>
              </a:spcAft>
              <a:buAutoNum type="arabicPeriod"/>
            </a:pP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내용을 입력하세요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fontAlgn="ctr">
              <a:lnSpc>
                <a:spcPct val="114000"/>
              </a:lnSpc>
              <a:spcAft>
                <a:spcPts val="800"/>
              </a:spcAft>
              <a:buAutoNum type="arabicPeriod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내용을 입력하세요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fontAlgn="ctr">
              <a:lnSpc>
                <a:spcPct val="114000"/>
              </a:lnSpc>
              <a:spcAft>
                <a:spcPts val="800"/>
              </a:spcAft>
              <a:buAutoNum type="arabicPeriod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내용을 입력하세요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1387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0"/>
          <p:cNvSpPr txBox="1">
            <a:spLocks noChangeArrowheads="1"/>
          </p:cNvSpPr>
          <p:nvPr/>
        </p:nvSpPr>
        <p:spPr bwMode="gray">
          <a:xfrm>
            <a:off x="333375" y="787684"/>
            <a:ext cx="6184697" cy="49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1.1 </a:t>
            </a:r>
            <a:r>
              <a:rPr lang="ko-KR" altLang="en-US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페이지제목 </a:t>
            </a:r>
            <a:r>
              <a:rPr lang="en-US" altLang="ko-KR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 </a:t>
            </a:r>
            <a:r>
              <a:rPr lang="en-US" altLang="ko-KR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en-US" altLang="ko-KR" sz="1100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KoPub</a:t>
            </a:r>
            <a:r>
              <a:rPr lang="en-US" altLang="ko-KR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돋움체 </a:t>
            </a:r>
            <a:r>
              <a:rPr lang="en-US" altLang="ko-KR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Bold 11pt)</a:t>
            </a:r>
          </a:p>
          <a:p>
            <a:pPr eaLnBrk="1" latinLnBrk="0" hangingPunct="1">
              <a:lnSpc>
                <a:spcPct val="120000"/>
              </a:lnSpc>
            </a:pPr>
            <a:r>
              <a:rPr lang="en-US" altLang="ko-KR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1.1.1 </a:t>
            </a:r>
            <a:r>
              <a:rPr lang="ko-KR" altLang="en-US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페이지제목 </a:t>
            </a:r>
            <a:r>
              <a:rPr lang="en-US" altLang="ko-KR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</a:t>
            </a:r>
            <a:r>
              <a:rPr lang="ko-KR" altLang="en-US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en-US" altLang="ko-KR" sz="1600" b="0" dirty="0" err="1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KoPub</a:t>
            </a:r>
            <a:r>
              <a:rPr lang="en-US" altLang="ko-KR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돋움체 </a:t>
            </a:r>
            <a:r>
              <a:rPr lang="en-US" altLang="ko-KR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Bold 16pt)</a:t>
            </a:r>
            <a:endParaRPr lang="en-US" altLang="ko-KR" sz="1600" b="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338122" y="568206"/>
            <a:ext cx="6186503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defTabSz="914284" eaLnBrk="1" latinLnBrk="0" hangingPunct="1"/>
            <a:r>
              <a:rPr kumimoji="0" lang="en-US" altLang="ko-KR" sz="800" b="0" dirty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kumimoji="0" lang="ko-KR" altLang="en-US" sz="800" b="0" dirty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페이지제목 </a:t>
            </a:r>
            <a:r>
              <a:rPr kumimoji="0" lang="en-US" altLang="ko-KR" sz="800" b="0" dirty="0" smtClean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</a:t>
            </a:r>
            <a:endParaRPr kumimoji="0" lang="en-US" altLang="ko-KR" sz="800" b="0" dirty="0">
              <a:solidFill>
                <a:srgbClr val="4D4D4D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336651" y="1996111"/>
            <a:ext cx="6184698" cy="7349502"/>
            <a:chOff x="336651" y="1996111"/>
            <a:chExt cx="6184698" cy="7349502"/>
          </a:xfrm>
        </p:grpSpPr>
        <p:sp>
          <p:nvSpPr>
            <p:cNvPr id="15" name="직사각형 14"/>
            <p:cNvSpPr/>
            <p:nvPr/>
          </p:nvSpPr>
          <p:spPr>
            <a:xfrm>
              <a:off x="336651" y="2248525"/>
              <a:ext cx="6184698" cy="7097088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336651" y="1996111"/>
              <a:ext cx="6184698" cy="7349502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335557" y="1627769"/>
            <a:ext cx="6189067" cy="200055"/>
            <a:chOff x="335557" y="2352632"/>
            <a:chExt cx="6189067" cy="200055"/>
          </a:xfrm>
        </p:grpSpPr>
        <p:sp>
          <p:nvSpPr>
            <p:cNvPr id="18" name="모서리가 둥근 직사각형 17"/>
            <p:cNvSpPr/>
            <p:nvPr/>
          </p:nvSpPr>
          <p:spPr>
            <a:xfrm>
              <a:off x="476671" y="2370667"/>
              <a:ext cx="6047953" cy="163984"/>
            </a:xfrm>
            <a:prstGeom prst="roundRect">
              <a:avLst>
                <a:gd name="adj" fmla="val 0"/>
              </a:avLst>
            </a:prstGeom>
            <a:pattFill prst="ltUp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6350" cap="sq">
              <a:noFill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0" bIns="0" rtlCol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100" b="1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6418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charset="0"/>
              </a:endParaRPr>
            </a:p>
          </p:txBody>
        </p:sp>
        <p:sp>
          <p:nvSpPr>
            <p:cNvPr id="19" name="Rectangle 6"/>
            <p:cNvSpPr>
              <a:spLocks noChangeArrowheads="1"/>
            </p:cNvSpPr>
            <p:nvPr/>
          </p:nvSpPr>
          <p:spPr bwMode="gray">
            <a:xfrm>
              <a:off x="335557" y="2352632"/>
              <a:ext cx="2160331" cy="200055"/>
            </a:xfrm>
            <a:prstGeom prst="rect">
              <a:avLst/>
            </a:prstGeom>
            <a:solidFill>
              <a:schemeClr val="bg1"/>
            </a:solidFill>
            <a:extLst/>
          </p:spPr>
          <p:txBody>
            <a:bodyPr wrap="none" lIns="0" tIns="0" rIns="36000" bIns="0" rtlCol="0" anchor="ctr">
              <a:spAutoFit/>
            </a:bodyPr>
            <a:lstStyle/>
            <a:p>
              <a:pPr fontAlgn="base" latinLnBrk="0">
                <a:spcBef>
                  <a:spcPct val="0"/>
                </a:spcBef>
              </a:pPr>
              <a:r>
                <a:rPr kumimoji="1" lang="ko-KR" altLang="en-US" sz="1300" dirty="0">
                  <a:latin typeface="KoPub돋움체 Bold" panose="00000800000000000000" pitchFamily="2" charset="-127"/>
                  <a:ea typeface="KoPub돋움체 Bold" panose="00000800000000000000" pitchFamily="2" charset="-127"/>
                  <a:cs typeface="Sharp Sans No1 Bold" pitchFamily="50" charset="0"/>
                </a:rPr>
                <a:t>중간바 </a:t>
              </a:r>
              <a:r>
                <a:rPr kumimoji="1" lang="en-US" altLang="ko-KR" sz="1300" dirty="0">
                  <a:latin typeface="KoPub돋움체 Bold" panose="00000800000000000000" pitchFamily="2" charset="-127"/>
                  <a:ea typeface="KoPub돋움체 Bold" panose="00000800000000000000" pitchFamily="2" charset="-127"/>
                  <a:cs typeface="Sharp Sans No1 Bold" pitchFamily="50" charset="0"/>
                </a:rPr>
                <a:t>(</a:t>
              </a:r>
              <a:r>
                <a:rPr kumimoji="1" lang="en-US" altLang="ko-KR" sz="1300" dirty="0" err="1">
                  <a:latin typeface="KoPub돋움체 Bold" panose="00000800000000000000" pitchFamily="2" charset="-127"/>
                  <a:ea typeface="KoPub돋움체 Bold" panose="00000800000000000000" pitchFamily="2" charset="-127"/>
                  <a:cs typeface="Sharp Sans No1 Bold" pitchFamily="50" charset="0"/>
                </a:rPr>
                <a:t>KoPub</a:t>
              </a:r>
              <a:r>
                <a:rPr kumimoji="1" lang="ko-KR" altLang="en-US" sz="1300" dirty="0">
                  <a:latin typeface="KoPub돋움체 Bold" panose="00000800000000000000" pitchFamily="2" charset="-127"/>
                  <a:ea typeface="KoPub돋움체 Bold" panose="00000800000000000000" pitchFamily="2" charset="-127"/>
                  <a:cs typeface="Sharp Sans No1 Bold" pitchFamily="50" charset="0"/>
                </a:rPr>
                <a:t>돋움체 </a:t>
              </a:r>
              <a:r>
                <a:rPr kumimoji="1" lang="en-US" altLang="ko-KR" sz="1300" dirty="0">
                  <a:latin typeface="KoPub돋움체 Bold" panose="00000800000000000000" pitchFamily="2" charset="-127"/>
                  <a:ea typeface="KoPub돋움체 Bold" panose="00000800000000000000" pitchFamily="2" charset="-127"/>
                  <a:cs typeface="Sharp Sans No1 Bold" pitchFamily="50" charset="0"/>
                </a:rPr>
                <a:t>Bold 13)</a:t>
              </a:r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346076" y="1961886"/>
            <a:ext cx="2267275" cy="194349"/>
            <a:chOff x="339726" y="2214106"/>
            <a:chExt cx="2267275" cy="194349"/>
          </a:xfrm>
        </p:grpSpPr>
        <p:sp>
          <p:nvSpPr>
            <p:cNvPr id="21" name="Text Box 79"/>
            <p:cNvSpPr txBox="1">
              <a:spLocks noChangeArrowheads="1"/>
            </p:cNvSpPr>
            <p:nvPr/>
          </p:nvSpPr>
          <p:spPr bwMode="gray">
            <a:xfrm>
              <a:off x="507067" y="2214106"/>
              <a:ext cx="2099934" cy="194349"/>
            </a:xfrm>
            <a:prstGeom prst="rect">
              <a:avLst/>
            </a:prstGeom>
            <a:noFill/>
            <a:extLst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latinLnBrk="0">
                <a:lnSpc>
                  <a:spcPct val="110000"/>
                </a:lnSpc>
                <a:spcAft>
                  <a:spcPts val="0"/>
                </a:spcAft>
                <a:defRPr sz="2000" spc="-70">
                  <a:ln>
                    <a:solidFill>
                      <a:srgbClr val="8FD2F7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  <a:cs typeface="Sharp Sans No1 Bold" pitchFamily="50" charset="0"/>
                </a:defRPr>
              </a:lvl1pPr>
            </a:lstStyle>
            <a:p>
              <a:r>
                <a:rPr lang="ko-KR" altLang="en-US" sz="1200" spc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소제목바</a:t>
              </a:r>
              <a:r>
                <a:rPr lang="ko-KR" altLang="en-US" sz="120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 </a:t>
              </a:r>
              <a:r>
                <a:rPr lang="en-US" altLang="ko-KR" sz="120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(</a:t>
              </a:r>
              <a:r>
                <a:rPr lang="en-US" altLang="ko-KR" sz="1200" spc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KoPub</a:t>
              </a:r>
              <a:r>
                <a:rPr lang="ko-KR" altLang="en-US" sz="120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돋움체 </a:t>
              </a:r>
              <a:r>
                <a:rPr lang="en-US" altLang="ko-KR" sz="120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Bold 12)</a:t>
              </a:r>
            </a:p>
          </p:txBody>
        </p:sp>
        <p:sp>
          <p:nvSpPr>
            <p:cNvPr id="22" name="Oval 472"/>
            <p:cNvSpPr>
              <a:spLocks noChangeArrowheads="1"/>
            </p:cNvSpPr>
            <p:nvPr/>
          </p:nvSpPr>
          <p:spPr bwMode="gray">
            <a:xfrm>
              <a:off x="339726" y="2268841"/>
              <a:ext cx="95250" cy="93663"/>
            </a:xfrm>
            <a:prstGeom prst="ellipse">
              <a:avLst/>
            </a:prstGeom>
            <a:solidFill>
              <a:srgbClr val="FFFFFF"/>
            </a:solidFill>
            <a:ln w="31750">
              <a:solidFill>
                <a:srgbClr val="EB61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fontAlgn="auto" latinLnBrk="0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ko-KR" sz="1000" kern="0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23" name="오른쪽 화살표 22"/>
          <p:cNvSpPr/>
          <p:nvPr/>
        </p:nvSpPr>
        <p:spPr>
          <a:xfrm>
            <a:off x="-1310955" y="795267"/>
            <a:ext cx="1568873" cy="521824"/>
          </a:xfrm>
          <a:prstGeom prst="rightArrow">
            <a:avLst>
              <a:gd name="adj1" fmla="val 66680"/>
              <a:gd name="adj2" fmla="val 43996"/>
            </a:avLst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>
                <a:solidFill>
                  <a:srgbClr val="FFFF00"/>
                </a:solidFill>
              </a:rPr>
              <a:t>제목 </a:t>
            </a:r>
            <a:r>
              <a:rPr lang="en-US" altLang="ko-KR" b="1" dirty="0" smtClean="0">
                <a:solidFill>
                  <a:srgbClr val="FFFF00"/>
                </a:solidFill>
              </a:rPr>
              <a:t>2</a:t>
            </a:r>
            <a:r>
              <a:rPr lang="ko-KR" altLang="en-US" b="1" dirty="0" smtClean="0">
                <a:solidFill>
                  <a:srgbClr val="FFFF00"/>
                </a:solidFill>
              </a:rPr>
              <a:t>줄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3375" y="9207114"/>
            <a:ext cx="312500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95363" latinLnBrk="0">
              <a:spcBef>
                <a:spcPts val="300"/>
              </a:spcBef>
              <a:buClr>
                <a:schemeClr val="tx1">
                  <a:lumMod val="75000"/>
                  <a:lumOff val="25000"/>
                </a:schemeClr>
              </a:buClr>
              <a:defRPr/>
            </a:pPr>
            <a:r>
              <a:rPr lang="en-US" altLang="ko-KR" sz="900" b="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* </a:t>
            </a:r>
            <a:r>
              <a:rPr lang="ko-KR" altLang="en-US" sz="900" b="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내용을 입력하세요</a:t>
            </a:r>
            <a:endParaRPr lang="en-US" altLang="ko-KR" sz="900" b="0" kern="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431901" y="3306332"/>
            <a:ext cx="738077" cy="112552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377"/>
            <a:r>
              <a:rPr lang="en-US" altLang="ko-KR" sz="1200" kern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Color</a:t>
            </a:r>
          </a:p>
          <a:p>
            <a:pPr algn="ctr" defTabSz="914377"/>
            <a:r>
              <a:rPr lang="en-US" altLang="ko-KR" sz="1200" kern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Chart</a:t>
            </a:r>
            <a:endParaRPr lang="en-US" altLang="ko-KR" sz="12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431901" y="4495377"/>
            <a:ext cx="738077" cy="112552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377"/>
            <a:r>
              <a:rPr lang="ko-KR" altLang="en-US" sz="1200" kern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배경</a:t>
            </a:r>
            <a:endParaRPr lang="en-US" altLang="ko-KR" sz="12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431901" y="2345634"/>
            <a:ext cx="738077" cy="89717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377"/>
            <a:r>
              <a:rPr lang="en-US" altLang="ko-KR" sz="1200" kern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Fonts</a:t>
            </a:r>
            <a:endParaRPr lang="en-US" altLang="ko-KR" sz="12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31901" y="5684422"/>
            <a:ext cx="738077" cy="1690876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377"/>
            <a:r>
              <a:rPr lang="ko-KR" altLang="en-US" sz="12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아이콘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431901" y="7438822"/>
            <a:ext cx="738077" cy="1690876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377"/>
            <a:r>
              <a:rPr lang="ko-KR" altLang="en-US" sz="1200" kern="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기타 </a:t>
            </a:r>
            <a:endParaRPr lang="en-US" altLang="ko-KR" sz="12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cxnSp>
        <p:nvCxnSpPr>
          <p:cNvPr id="30" name="직선 연결선 29"/>
          <p:cNvCxnSpPr/>
          <p:nvPr/>
        </p:nvCxnSpPr>
        <p:spPr>
          <a:xfrm>
            <a:off x="1243811" y="3274571"/>
            <a:ext cx="5214066" cy="0"/>
          </a:xfrm>
          <a:prstGeom prst="line">
            <a:avLst/>
          </a:prstGeom>
          <a:ln w="15875" cap="rnd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1243811" y="4463616"/>
            <a:ext cx="5214066" cy="0"/>
          </a:xfrm>
          <a:prstGeom prst="line">
            <a:avLst/>
          </a:prstGeom>
          <a:ln w="15875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1243811" y="5652661"/>
            <a:ext cx="5214066" cy="0"/>
          </a:xfrm>
          <a:prstGeom prst="line">
            <a:avLst/>
          </a:prstGeom>
          <a:ln w="15875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>
            <a:off x="1243811" y="7407059"/>
            <a:ext cx="5214066" cy="0"/>
          </a:xfrm>
          <a:prstGeom prst="line">
            <a:avLst/>
          </a:prstGeom>
          <a:ln w="15875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타원 51"/>
          <p:cNvSpPr/>
          <p:nvPr/>
        </p:nvSpPr>
        <p:spPr bwMode="gray">
          <a:xfrm>
            <a:off x="1433408" y="4764623"/>
            <a:ext cx="982494" cy="587031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lIns="162531" tIns="81264" rIns="162531" bIns="81264" rtlCol="0" anchor="ctr"/>
          <a:lstStyle/>
          <a:p>
            <a:pPr algn="ctr" defTabSz="914377"/>
            <a:r>
              <a:rPr lang="ko-KR" altLang="en-US" sz="1000" b="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그림박스</a:t>
            </a:r>
          </a:p>
        </p:txBody>
      </p:sp>
      <p:sp>
        <p:nvSpPr>
          <p:cNvPr id="35" name="타원 51"/>
          <p:cNvSpPr/>
          <p:nvPr/>
        </p:nvSpPr>
        <p:spPr bwMode="gray">
          <a:xfrm>
            <a:off x="2570194" y="4764623"/>
            <a:ext cx="982494" cy="587031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텍스트박스</a:t>
            </a:r>
          </a:p>
        </p:txBody>
      </p:sp>
      <p:sp>
        <p:nvSpPr>
          <p:cNvPr id="36" name="타원 51"/>
          <p:cNvSpPr/>
          <p:nvPr/>
        </p:nvSpPr>
        <p:spPr bwMode="gray">
          <a:xfrm>
            <a:off x="3706981" y="4764623"/>
            <a:ext cx="982494" cy="58703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7"/>
            <a:r>
              <a:rPr lang="ko-KR" altLang="en-US" sz="1000" b="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그림자박스</a:t>
            </a:r>
          </a:p>
        </p:txBody>
      </p:sp>
      <p:sp>
        <p:nvSpPr>
          <p:cNvPr id="37" name="순서도: 판단 36"/>
          <p:cNvSpPr/>
          <p:nvPr/>
        </p:nvSpPr>
        <p:spPr>
          <a:xfrm>
            <a:off x="4394582" y="7693025"/>
            <a:ext cx="887442" cy="363528"/>
          </a:xfrm>
          <a:prstGeom prst="flowChartDecision">
            <a:avLst/>
          </a:prstGeom>
          <a:solidFill>
            <a:srgbClr val="D8F1FB"/>
          </a:solidFill>
          <a:ln w="9525">
            <a:solidFill>
              <a:srgbClr val="8ED5F2"/>
            </a:solidFill>
          </a:ln>
          <a:effectLst>
            <a:outerShdw dist="25400" dir="5400000" algn="t" rotWithShape="0">
              <a:prstClr val="black">
                <a:alpha val="10000"/>
              </a:prstClr>
            </a:outerShdw>
          </a:effectLst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1634" tIns="35817" rIns="71634" bIns="35817" anchor="ctr"/>
          <a:lstStyle/>
          <a:p>
            <a:pPr algn="ctr" latinLnBrk="0"/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Segoe UI" panose="020B0502040204020203" pitchFamily="34" charset="0"/>
              </a:rPr>
              <a:t>텍스트</a:t>
            </a:r>
          </a:p>
        </p:txBody>
      </p:sp>
      <p:grpSp>
        <p:nvGrpSpPr>
          <p:cNvPr id="38" name="그룹 37"/>
          <p:cNvGrpSpPr/>
          <p:nvPr/>
        </p:nvGrpSpPr>
        <p:grpSpPr>
          <a:xfrm>
            <a:off x="3061862" y="6613647"/>
            <a:ext cx="758296" cy="460110"/>
            <a:chOff x="2977092" y="6805315"/>
            <a:chExt cx="758296" cy="460110"/>
          </a:xfrm>
        </p:grpSpPr>
        <p:sp>
          <p:nvSpPr>
            <p:cNvPr id="39" name="타원 15"/>
            <p:cNvSpPr/>
            <p:nvPr/>
          </p:nvSpPr>
          <p:spPr bwMode="gray">
            <a:xfrm>
              <a:off x="2977092" y="6805315"/>
              <a:ext cx="758296" cy="460110"/>
            </a:xfrm>
            <a:custGeom>
              <a:avLst/>
              <a:gdLst/>
              <a:ahLst/>
              <a:cxnLst/>
              <a:rect l="l" t="t" r="r" b="b"/>
              <a:pathLst>
                <a:path w="3284662" h="2027767">
                  <a:moveTo>
                    <a:pt x="1992914" y="0"/>
                  </a:moveTo>
                  <a:cubicBezTo>
                    <a:pt x="2437559" y="0"/>
                    <a:pt x="2799698" y="353258"/>
                    <a:pt x="2813058" y="794460"/>
                  </a:cubicBezTo>
                  <a:cubicBezTo>
                    <a:pt x="3084487" y="861793"/>
                    <a:pt x="3284662" y="1107598"/>
                    <a:pt x="3284662" y="1400156"/>
                  </a:cubicBezTo>
                  <a:cubicBezTo>
                    <a:pt x="3284662" y="1746776"/>
                    <a:pt x="3003671" y="2027767"/>
                    <a:pt x="2657051" y="2027767"/>
                  </a:cubicBezTo>
                  <a:lnTo>
                    <a:pt x="627611" y="2027767"/>
                  </a:lnTo>
                  <a:cubicBezTo>
                    <a:pt x="280991" y="2027767"/>
                    <a:pt x="0" y="1746776"/>
                    <a:pt x="0" y="1400156"/>
                  </a:cubicBezTo>
                  <a:cubicBezTo>
                    <a:pt x="0" y="1053536"/>
                    <a:pt x="280991" y="772545"/>
                    <a:pt x="627611" y="772545"/>
                  </a:cubicBezTo>
                  <a:lnTo>
                    <a:pt x="650771" y="772545"/>
                  </a:lnTo>
                  <a:cubicBezTo>
                    <a:pt x="649845" y="769390"/>
                    <a:pt x="649811" y="766209"/>
                    <a:pt x="649811" y="763020"/>
                  </a:cubicBezTo>
                  <a:cubicBezTo>
                    <a:pt x="649811" y="521036"/>
                    <a:pt x="845977" y="324870"/>
                    <a:pt x="1087961" y="324870"/>
                  </a:cubicBezTo>
                  <a:cubicBezTo>
                    <a:pt x="1165614" y="324870"/>
                    <a:pt x="1238550" y="345071"/>
                    <a:pt x="1300813" y="382264"/>
                  </a:cubicBezTo>
                  <a:cubicBezTo>
                    <a:pt x="1444974" y="152062"/>
                    <a:pt x="1701186" y="0"/>
                    <a:pt x="1992914" y="0"/>
                  </a:cubicBezTo>
                  <a:close/>
                </a:path>
              </a:pathLst>
            </a:custGeom>
            <a:solidFill>
              <a:srgbClr val="0093D4"/>
            </a:solidFill>
            <a:ln>
              <a:noFill/>
            </a:ln>
            <a:effectLst/>
            <a:extLst/>
          </p:spPr>
          <p:txBody>
            <a:bodyPr wrap="none" lIns="0" tIns="0" rIns="0" bIns="0" anchor="ctr">
              <a:noAutofit/>
            </a:bodyPr>
            <a:lstStyle/>
            <a:p>
              <a:pPr algn="ctr" fontAlgn="base" latinLnBrk="0">
                <a:buClr>
                  <a:srgbClr val="969696"/>
                </a:buClr>
              </a:pPr>
              <a:endParaRPr lang="ko-KR" altLang="en-US" sz="100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40" name="직사각형 39"/>
            <p:cNvSpPr/>
            <p:nvPr/>
          </p:nvSpPr>
          <p:spPr bwMode="gray">
            <a:xfrm>
              <a:off x="3098564" y="7033039"/>
              <a:ext cx="517762" cy="15388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 latinLnBrk="0"/>
              <a:r>
                <a:rPr lang="ko-KR" altLang="en-US" sz="1000" dirty="0" err="1" smtClean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Segoe UI" panose="020B0502040204020203" pitchFamily="34" charset="0"/>
                </a:rPr>
                <a:t>클라우드</a:t>
              </a:r>
              <a:endParaRPr lang="en-US" altLang="ko-KR" sz="10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그룹 40"/>
          <p:cNvGrpSpPr/>
          <p:nvPr/>
        </p:nvGrpSpPr>
        <p:grpSpPr>
          <a:xfrm>
            <a:off x="4441447" y="8179114"/>
            <a:ext cx="819892" cy="452124"/>
            <a:chOff x="1585149" y="6521601"/>
            <a:chExt cx="819892" cy="452124"/>
          </a:xfrm>
        </p:grpSpPr>
        <p:sp>
          <p:nvSpPr>
            <p:cNvPr id="42" name="Freeform 6"/>
            <p:cNvSpPr>
              <a:spLocks/>
            </p:cNvSpPr>
            <p:nvPr/>
          </p:nvSpPr>
          <p:spPr bwMode="gray">
            <a:xfrm>
              <a:off x="1585149" y="6521601"/>
              <a:ext cx="819892" cy="452124"/>
            </a:xfrm>
            <a:custGeom>
              <a:avLst/>
              <a:gdLst>
                <a:gd name="T0" fmla="*/ 219 w 366"/>
                <a:gd name="T1" fmla="*/ 182 h 202"/>
                <a:gd name="T2" fmla="*/ 187 w 366"/>
                <a:gd name="T3" fmla="*/ 187 h 202"/>
                <a:gd name="T4" fmla="*/ 172 w 366"/>
                <a:gd name="T5" fmla="*/ 191 h 202"/>
                <a:gd name="T6" fmla="*/ 133 w 366"/>
                <a:gd name="T7" fmla="*/ 185 h 202"/>
                <a:gd name="T8" fmla="*/ 117 w 366"/>
                <a:gd name="T9" fmla="*/ 189 h 202"/>
                <a:gd name="T10" fmla="*/ 87 w 366"/>
                <a:gd name="T11" fmla="*/ 167 h 202"/>
                <a:gd name="T12" fmla="*/ 62 w 366"/>
                <a:gd name="T13" fmla="*/ 184 h 202"/>
                <a:gd name="T14" fmla="*/ 65 w 366"/>
                <a:gd name="T15" fmla="*/ 158 h 202"/>
                <a:gd name="T16" fmla="*/ 23 w 366"/>
                <a:gd name="T17" fmla="*/ 153 h 202"/>
                <a:gd name="T18" fmla="*/ 22 w 366"/>
                <a:gd name="T19" fmla="*/ 148 h 202"/>
                <a:gd name="T20" fmla="*/ 23 w 366"/>
                <a:gd name="T21" fmla="*/ 113 h 202"/>
                <a:gd name="T22" fmla="*/ 16 w 366"/>
                <a:gd name="T23" fmla="*/ 105 h 202"/>
                <a:gd name="T24" fmla="*/ 9 w 366"/>
                <a:gd name="T25" fmla="*/ 57 h 202"/>
                <a:gd name="T26" fmla="*/ 47 w 366"/>
                <a:gd name="T27" fmla="*/ 64 h 202"/>
                <a:gd name="T28" fmla="*/ 62 w 366"/>
                <a:gd name="T29" fmla="*/ 20 h 202"/>
                <a:gd name="T30" fmla="*/ 91 w 366"/>
                <a:gd name="T31" fmla="*/ 37 h 202"/>
                <a:gd name="T32" fmla="*/ 119 w 366"/>
                <a:gd name="T33" fmla="*/ 0 h 202"/>
                <a:gd name="T34" fmla="*/ 138 w 366"/>
                <a:gd name="T35" fmla="*/ 23 h 202"/>
                <a:gd name="T36" fmla="*/ 178 w 366"/>
                <a:gd name="T37" fmla="*/ 1 h 202"/>
                <a:gd name="T38" fmla="*/ 187 w 366"/>
                <a:gd name="T39" fmla="*/ 17 h 202"/>
                <a:gd name="T40" fmla="*/ 235 w 366"/>
                <a:gd name="T41" fmla="*/ 6 h 202"/>
                <a:gd name="T42" fmla="*/ 270 w 366"/>
                <a:gd name="T43" fmla="*/ 34 h 202"/>
                <a:gd name="T44" fmla="*/ 293 w 366"/>
                <a:gd name="T45" fmla="*/ 20 h 202"/>
                <a:gd name="T46" fmla="*/ 289 w 366"/>
                <a:gd name="T47" fmla="*/ 38 h 202"/>
                <a:gd name="T48" fmla="*/ 343 w 366"/>
                <a:gd name="T49" fmla="*/ 53 h 202"/>
                <a:gd name="T50" fmla="*/ 341 w 366"/>
                <a:gd name="T51" fmla="*/ 59 h 202"/>
                <a:gd name="T52" fmla="*/ 334 w 366"/>
                <a:gd name="T53" fmla="*/ 96 h 202"/>
                <a:gd name="T54" fmla="*/ 366 w 366"/>
                <a:gd name="T55" fmla="*/ 103 h 202"/>
                <a:gd name="T56" fmla="*/ 327 w 366"/>
                <a:gd name="T57" fmla="*/ 143 h 202"/>
                <a:gd name="T58" fmla="*/ 334 w 366"/>
                <a:gd name="T59" fmla="*/ 158 h 202"/>
                <a:gd name="T60" fmla="*/ 289 w 366"/>
                <a:gd name="T61" fmla="*/ 164 h 202"/>
                <a:gd name="T62" fmla="*/ 289 w 366"/>
                <a:gd name="T63" fmla="*/ 185 h 202"/>
                <a:gd name="T64" fmla="*/ 282 w 366"/>
                <a:gd name="T65" fmla="*/ 179 h 202"/>
                <a:gd name="T66" fmla="*/ 243 w 366"/>
                <a:gd name="T67" fmla="*/ 177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66" h="202">
                  <a:moveTo>
                    <a:pt x="235" y="200"/>
                  </a:moveTo>
                  <a:cubicBezTo>
                    <a:pt x="230" y="194"/>
                    <a:pt x="225" y="187"/>
                    <a:pt x="219" y="182"/>
                  </a:cubicBezTo>
                  <a:cubicBezTo>
                    <a:pt x="211" y="175"/>
                    <a:pt x="202" y="175"/>
                    <a:pt x="194" y="181"/>
                  </a:cubicBezTo>
                  <a:cubicBezTo>
                    <a:pt x="192" y="182"/>
                    <a:pt x="189" y="185"/>
                    <a:pt x="187" y="187"/>
                  </a:cubicBezTo>
                  <a:cubicBezTo>
                    <a:pt x="184" y="192"/>
                    <a:pt x="181" y="197"/>
                    <a:pt x="178" y="202"/>
                  </a:cubicBezTo>
                  <a:cubicBezTo>
                    <a:pt x="176" y="198"/>
                    <a:pt x="174" y="195"/>
                    <a:pt x="172" y="191"/>
                  </a:cubicBezTo>
                  <a:cubicBezTo>
                    <a:pt x="171" y="190"/>
                    <a:pt x="171" y="190"/>
                    <a:pt x="170" y="189"/>
                  </a:cubicBezTo>
                  <a:cubicBezTo>
                    <a:pt x="159" y="174"/>
                    <a:pt x="146" y="172"/>
                    <a:pt x="133" y="185"/>
                  </a:cubicBezTo>
                  <a:cubicBezTo>
                    <a:pt x="128" y="190"/>
                    <a:pt x="124" y="196"/>
                    <a:pt x="120" y="201"/>
                  </a:cubicBezTo>
                  <a:cubicBezTo>
                    <a:pt x="119" y="197"/>
                    <a:pt x="118" y="193"/>
                    <a:pt x="117" y="189"/>
                  </a:cubicBezTo>
                  <a:cubicBezTo>
                    <a:pt x="115" y="184"/>
                    <a:pt x="113" y="178"/>
                    <a:pt x="110" y="174"/>
                  </a:cubicBezTo>
                  <a:cubicBezTo>
                    <a:pt x="105" y="165"/>
                    <a:pt x="96" y="162"/>
                    <a:pt x="87" y="167"/>
                  </a:cubicBezTo>
                  <a:cubicBezTo>
                    <a:pt x="80" y="170"/>
                    <a:pt x="73" y="176"/>
                    <a:pt x="67" y="180"/>
                  </a:cubicBezTo>
                  <a:cubicBezTo>
                    <a:pt x="65" y="181"/>
                    <a:pt x="64" y="183"/>
                    <a:pt x="62" y="184"/>
                  </a:cubicBezTo>
                  <a:cubicBezTo>
                    <a:pt x="64" y="178"/>
                    <a:pt x="65" y="173"/>
                    <a:pt x="65" y="168"/>
                  </a:cubicBezTo>
                  <a:cubicBezTo>
                    <a:pt x="66" y="165"/>
                    <a:pt x="66" y="161"/>
                    <a:pt x="65" y="158"/>
                  </a:cubicBezTo>
                  <a:cubicBezTo>
                    <a:pt x="64" y="151"/>
                    <a:pt x="59" y="147"/>
                    <a:pt x="52" y="147"/>
                  </a:cubicBezTo>
                  <a:cubicBezTo>
                    <a:pt x="42" y="146"/>
                    <a:pt x="33" y="149"/>
                    <a:pt x="23" y="153"/>
                  </a:cubicBezTo>
                  <a:cubicBezTo>
                    <a:pt x="20" y="154"/>
                    <a:pt x="17" y="156"/>
                    <a:pt x="13" y="158"/>
                  </a:cubicBezTo>
                  <a:cubicBezTo>
                    <a:pt x="17" y="154"/>
                    <a:pt x="20" y="151"/>
                    <a:pt x="22" y="148"/>
                  </a:cubicBezTo>
                  <a:cubicBezTo>
                    <a:pt x="26" y="142"/>
                    <a:pt x="30" y="136"/>
                    <a:pt x="32" y="130"/>
                  </a:cubicBezTo>
                  <a:cubicBezTo>
                    <a:pt x="36" y="121"/>
                    <a:pt x="32" y="115"/>
                    <a:pt x="23" y="113"/>
                  </a:cubicBezTo>
                  <a:cubicBezTo>
                    <a:pt x="15" y="111"/>
                    <a:pt x="6" y="111"/>
                    <a:pt x="0" y="111"/>
                  </a:cubicBezTo>
                  <a:cubicBezTo>
                    <a:pt x="4" y="109"/>
                    <a:pt x="10" y="107"/>
                    <a:pt x="16" y="105"/>
                  </a:cubicBezTo>
                  <a:cubicBezTo>
                    <a:pt x="34" y="96"/>
                    <a:pt x="37" y="84"/>
                    <a:pt x="23" y="69"/>
                  </a:cubicBezTo>
                  <a:cubicBezTo>
                    <a:pt x="18" y="64"/>
                    <a:pt x="13" y="60"/>
                    <a:pt x="9" y="57"/>
                  </a:cubicBezTo>
                  <a:cubicBezTo>
                    <a:pt x="16" y="59"/>
                    <a:pt x="24" y="62"/>
                    <a:pt x="32" y="64"/>
                  </a:cubicBezTo>
                  <a:cubicBezTo>
                    <a:pt x="37" y="65"/>
                    <a:pt x="42" y="65"/>
                    <a:pt x="47" y="64"/>
                  </a:cubicBezTo>
                  <a:cubicBezTo>
                    <a:pt x="57" y="63"/>
                    <a:pt x="63" y="55"/>
                    <a:pt x="63" y="44"/>
                  </a:cubicBezTo>
                  <a:cubicBezTo>
                    <a:pt x="64" y="36"/>
                    <a:pt x="63" y="28"/>
                    <a:pt x="62" y="20"/>
                  </a:cubicBezTo>
                  <a:cubicBezTo>
                    <a:pt x="63" y="21"/>
                    <a:pt x="64" y="22"/>
                    <a:pt x="65" y="23"/>
                  </a:cubicBezTo>
                  <a:cubicBezTo>
                    <a:pt x="73" y="29"/>
                    <a:pt x="81" y="35"/>
                    <a:pt x="91" y="37"/>
                  </a:cubicBezTo>
                  <a:cubicBezTo>
                    <a:pt x="99" y="39"/>
                    <a:pt x="106" y="37"/>
                    <a:pt x="111" y="30"/>
                  </a:cubicBezTo>
                  <a:cubicBezTo>
                    <a:pt x="117" y="21"/>
                    <a:pt x="118" y="11"/>
                    <a:pt x="119" y="0"/>
                  </a:cubicBezTo>
                  <a:cubicBezTo>
                    <a:pt x="120" y="2"/>
                    <a:pt x="121" y="2"/>
                    <a:pt x="121" y="3"/>
                  </a:cubicBezTo>
                  <a:cubicBezTo>
                    <a:pt x="127" y="10"/>
                    <a:pt x="131" y="17"/>
                    <a:pt x="138" y="23"/>
                  </a:cubicBezTo>
                  <a:cubicBezTo>
                    <a:pt x="147" y="31"/>
                    <a:pt x="157" y="30"/>
                    <a:pt x="165" y="21"/>
                  </a:cubicBezTo>
                  <a:cubicBezTo>
                    <a:pt x="170" y="15"/>
                    <a:pt x="174" y="8"/>
                    <a:pt x="178" y="1"/>
                  </a:cubicBezTo>
                  <a:cubicBezTo>
                    <a:pt x="179" y="4"/>
                    <a:pt x="181" y="7"/>
                    <a:pt x="183" y="11"/>
                  </a:cubicBezTo>
                  <a:cubicBezTo>
                    <a:pt x="184" y="13"/>
                    <a:pt x="185" y="15"/>
                    <a:pt x="187" y="17"/>
                  </a:cubicBezTo>
                  <a:cubicBezTo>
                    <a:pt x="196" y="29"/>
                    <a:pt x="207" y="31"/>
                    <a:pt x="218" y="22"/>
                  </a:cubicBezTo>
                  <a:cubicBezTo>
                    <a:pt x="224" y="17"/>
                    <a:pt x="229" y="11"/>
                    <a:pt x="235" y="6"/>
                  </a:cubicBezTo>
                  <a:cubicBezTo>
                    <a:pt x="236" y="10"/>
                    <a:pt x="236" y="14"/>
                    <a:pt x="237" y="18"/>
                  </a:cubicBezTo>
                  <a:cubicBezTo>
                    <a:pt x="242" y="36"/>
                    <a:pt x="254" y="42"/>
                    <a:pt x="270" y="34"/>
                  </a:cubicBezTo>
                  <a:cubicBezTo>
                    <a:pt x="274" y="33"/>
                    <a:pt x="278" y="30"/>
                    <a:pt x="282" y="28"/>
                  </a:cubicBezTo>
                  <a:cubicBezTo>
                    <a:pt x="286" y="25"/>
                    <a:pt x="289" y="22"/>
                    <a:pt x="293" y="20"/>
                  </a:cubicBezTo>
                  <a:cubicBezTo>
                    <a:pt x="292" y="24"/>
                    <a:pt x="291" y="29"/>
                    <a:pt x="290" y="33"/>
                  </a:cubicBezTo>
                  <a:cubicBezTo>
                    <a:pt x="290" y="35"/>
                    <a:pt x="290" y="37"/>
                    <a:pt x="289" y="38"/>
                  </a:cubicBezTo>
                  <a:cubicBezTo>
                    <a:pt x="289" y="52"/>
                    <a:pt x="296" y="60"/>
                    <a:pt x="310" y="60"/>
                  </a:cubicBezTo>
                  <a:cubicBezTo>
                    <a:pt x="321" y="60"/>
                    <a:pt x="332" y="57"/>
                    <a:pt x="343" y="53"/>
                  </a:cubicBezTo>
                  <a:cubicBezTo>
                    <a:pt x="345" y="53"/>
                    <a:pt x="346" y="52"/>
                    <a:pt x="349" y="52"/>
                  </a:cubicBezTo>
                  <a:cubicBezTo>
                    <a:pt x="346" y="54"/>
                    <a:pt x="343" y="56"/>
                    <a:pt x="341" y="59"/>
                  </a:cubicBezTo>
                  <a:cubicBezTo>
                    <a:pt x="336" y="63"/>
                    <a:pt x="331" y="68"/>
                    <a:pt x="328" y="73"/>
                  </a:cubicBezTo>
                  <a:cubicBezTo>
                    <a:pt x="321" y="83"/>
                    <a:pt x="323" y="91"/>
                    <a:pt x="334" y="96"/>
                  </a:cubicBezTo>
                  <a:cubicBezTo>
                    <a:pt x="344" y="99"/>
                    <a:pt x="354" y="100"/>
                    <a:pt x="364" y="103"/>
                  </a:cubicBezTo>
                  <a:cubicBezTo>
                    <a:pt x="365" y="103"/>
                    <a:pt x="366" y="103"/>
                    <a:pt x="366" y="103"/>
                  </a:cubicBezTo>
                  <a:cubicBezTo>
                    <a:pt x="358" y="104"/>
                    <a:pt x="350" y="105"/>
                    <a:pt x="342" y="107"/>
                  </a:cubicBezTo>
                  <a:cubicBezTo>
                    <a:pt x="323" y="113"/>
                    <a:pt x="317" y="125"/>
                    <a:pt x="327" y="143"/>
                  </a:cubicBezTo>
                  <a:cubicBezTo>
                    <a:pt x="330" y="149"/>
                    <a:pt x="335" y="155"/>
                    <a:pt x="339" y="161"/>
                  </a:cubicBezTo>
                  <a:cubicBezTo>
                    <a:pt x="337" y="160"/>
                    <a:pt x="336" y="159"/>
                    <a:pt x="334" y="158"/>
                  </a:cubicBezTo>
                  <a:cubicBezTo>
                    <a:pt x="327" y="155"/>
                    <a:pt x="320" y="150"/>
                    <a:pt x="312" y="148"/>
                  </a:cubicBezTo>
                  <a:cubicBezTo>
                    <a:pt x="299" y="143"/>
                    <a:pt x="290" y="150"/>
                    <a:pt x="289" y="164"/>
                  </a:cubicBezTo>
                  <a:cubicBezTo>
                    <a:pt x="288" y="167"/>
                    <a:pt x="288" y="171"/>
                    <a:pt x="288" y="175"/>
                  </a:cubicBezTo>
                  <a:cubicBezTo>
                    <a:pt x="288" y="178"/>
                    <a:pt x="289" y="182"/>
                    <a:pt x="289" y="185"/>
                  </a:cubicBezTo>
                  <a:cubicBezTo>
                    <a:pt x="289" y="186"/>
                    <a:pt x="288" y="186"/>
                    <a:pt x="288" y="186"/>
                  </a:cubicBezTo>
                  <a:cubicBezTo>
                    <a:pt x="286" y="184"/>
                    <a:pt x="284" y="181"/>
                    <a:pt x="282" y="179"/>
                  </a:cubicBezTo>
                  <a:cubicBezTo>
                    <a:pt x="277" y="175"/>
                    <a:pt x="273" y="171"/>
                    <a:pt x="267" y="169"/>
                  </a:cubicBezTo>
                  <a:cubicBezTo>
                    <a:pt x="257" y="163"/>
                    <a:pt x="248" y="166"/>
                    <a:pt x="243" y="177"/>
                  </a:cubicBezTo>
                  <a:cubicBezTo>
                    <a:pt x="239" y="184"/>
                    <a:pt x="237" y="193"/>
                    <a:pt x="235" y="200"/>
                  </a:cubicBezTo>
                  <a:close/>
                </a:path>
              </a:pathLst>
            </a:custGeom>
            <a:solidFill>
              <a:srgbClr val="C00000"/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0" tIns="0" rIns="0" bIns="0" rtlCol="0" anchor="ctr" anchorCtr="0">
              <a:noAutofit/>
            </a:bodyPr>
            <a:lstStyle/>
            <a:p>
              <a:pPr algn="ctr" defTabSz="457200" latinLnBrk="0"/>
              <a:endParaRPr lang="ko-KR" altLang="en-US" sz="100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43" name="직사각형 42"/>
            <p:cNvSpPr/>
            <p:nvPr/>
          </p:nvSpPr>
          <p:spPr bwMode="gray">
            <a:xfrm>
              <a:off x="1757974" y="6670720"/>
              <a:ext cx="448842" cy="153888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wrap="none" lIns="0" tIns="0" rIns="0" bIns="0" anchor="ctr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ko-KR" altLang="en-US" sz="1000" b="0" dirty="0" smtClean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장애발생</a:t>
              </a:r>
              <a:endParaRPr kumimoji="1" lang="en-US" altLang="ko-KR" sz="1000" b="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sp>
        <p:nvSpPr>
          <p:cNvPr id="44" name="Freeform 6"/>
          <p:cNvSpPr>
            <a:spLocks noEditPoints="1"/>
          </p:cNvSpPr>
          <p:nvPr/>
        </p:nvSpPr>
        <p:spPr bwMode="auto">
          <a:xfrm>
            <a:off x="4342825" y="5885863"/>
            <a:ext cx="192701" cy="329809"/>
          </a:xfrm>
          <a:custGeom>
            <a:avLst/>
            <a:gdLst>
              <a:gd name="T0" fmla="*/ 56 w 66"/>
              <a:gd name="T1" fmla="*/ 0 h 113"/>
              <a:gd name="T2" fmla="*/ 10 w 66"/>
              <a:gd name="T3" fmla="*/ 0 h 113"/>
              <a:gd name="T4" fmla="*/ 0 w 66"/>
              <a:gd name="T5" fmla="*/ 10 h 113"/>
              <a:gd name="T6" fmla="*/ 0 w 66"/>
              <a:gd name="T7" fmla="*/ 103 h 113"/>
              <a:gd name="T8" fmla="*/ 10 w 66"/>
              <a:gd name="T9" fmla="*/ 113 h 113"/>
              <a:gd name="T10" fmla="*/ 56 w 66"/>
              <a:gd name="T11" fmla="*/ 113 h 113"/>
              <a:gd name="T12" fmla="*/ 66 w 66"/>
              <a:gd name="T13" fmla="*/ 103 h 113"/>
              <a:gd name="T14" fmla="*/ 66 w 66"/>
              <a:gd name="T15" fmla="*/ 10 h 113"/>
              <a:gd name="T16" fmla="*/ 56 w 66"/>
              <a:gd name="T17" fmla="*/ 0 h 113"/>
              <a:gd name="T18" fmla="*/ 55 w 66"/>
              <a:gd name="T19" fmla="*/ 105 h 113"/>
              <a:gd name="T20" fmla="*/ 11 w 66"/>
              <a:gd name="T21" fmla="*/ 105 h 113"/>
              <a:gd name="T22" fmla="*/ 8 w 66"/>
              <a:gd name="T23" fmla="*/ 101 h 113"/>
              <a:gd name="T24" fmla="*/ 11 w 66"/>
              <a:gd name="T25" fmla="*/ 98 h 113"/>
              <a:gd name="T26" fmla="*/ 55 w 66"/>
              <a:gd name="T27" fmla="*/ 98 h 113"/>
              <a:gd name="T28" fmla="*/ 59 w 66"/>
              <a:gd name="T29" fmla="*/ 101 h 113"/>
              <a:gd name="T30" fmla="*/ 55 w 66"/>
              <a:gd name="T31" fmla="*/ 105 h 113"/>
              <a:gd name="T32" fmla="*/ 55 w 66"/>
              <a:gd name="T33" fmla="*/ 95 h 113"/>
              <a:gd name="T34" fmla="*/ 11 w 66"/>
              <a:gd name="T35" fmla="*/ 95 h 113"/>
              <a:gd name="T36" fmla="*/ 8 w 66"/>
              <a:gd name="T37" fmla="*/ 91 h 113"/>
              <a:gd name="T38" fmla="*/ 11 w 66"/>
              <a:gd name="T39" fmla="*/ 88 h 113"/>
              <a:gd name="T40" fmla="*/ 55 w 66"/>
              <a:gd name="T41" fmla="*/ 88 h 113"/>
              <a:gd name="T42" fmla="*/ 59 w 66"/>
              <a:gd name="T43" fmla="*/ 91 h 113"/>
              <a:gd name="T44" fmla="*/ 55 w 66"/>
              <a:gd name="T45" fmla="*/ 95 h 113"/>
              <a:gd name="T46" fmla="*/ 55 w 66"/>
              <a:gd name="T47" fmla="*/ 85 h 113"/>
              <a:gd name="T48" fmla="*/ 11 w 66"/>
              <a:gd name="T49" fmla="*/ 85 h 113"/>
              <a:gd name="T50" fmla="*/ 8 w 66"/>
              <a:gd name="T51" fmla="*/ 82 h 113"/>
              <a:gd name="T52" fmla="*/ 11 w 66"/>
              <a:gd name="T53" fmla="*/ 78 h 113"/>
              <a:gd name="T54" fmla="*/ 55 w 66"/>
              <a:gd name="T55" fmla="*/ 78 h 113"/>
              <a:gd name="T56" fmla="*/ 59 w 66"/>
              <a:gd name="T57" fmla="*/ 82 h 113"/>
              <a:gd name="T58" fmla="*/ 55 w 66"/>
              <a:gd name="T59" fmla="*/ 85 h 113"/>
              <a:gd name="T60" fmla="*/ 28 w 66"/>
              <a:gd name="T61" fmla="*/ 58 h 113"/>
              <a:gd name="T62" fmla="*/ 33 w 66"/>
              <a:gd name="T63" fmla="*/ 54 h 113"/>
              <a:gd name="T64" fmla="*/ 38 w 66"/>
              <a:gd name="T65" fmla="*/ 58 h 113"/>
              <a:gd name="T66" fmla="*/ 33 w 66"/>
              <a:gd name="T67" fmla="*/ 63 h 113"/>
              <a:gd name="T68" fmla="*/ 28 w 66"/>
              <a:gd name="T69" fmla="*/ 58 h 113"/>
              <a:gd name="T70" fmla="*/ 55 w 66"/>
              <a:gd name="T71" fmla="*/ 37 h 113"/>
              <a:gd name="T72" fmla="*/ 11 w 66"/>
              <a:gd name="T73" fmla="*/ 37 h 113"/>
              <a:gd name="T74" fmla="*/ 8 w 66"/>
              <a:gd name="T75" fmla="*/ 34 h 113"/>
              <a:gd name="T76" fmla="*/ 11 w 66"/>
              <a:gd name="T77" fmla="*/ 31 h 113"/>
              <a:gd name="T78" fmla="*/ 55 w 66"/>
              <a:gd name="T79" fmla="*/ 31 h 113"/>
              <a:gd name="T80" fmla="*/ 59 w 66"/>
              <a:gd name="T81" fmla="*/ 34 h 113"/>
              <a:gd name="T82" fmla="*/ 55 w 66"/>
              <a:gd name="T83" fmla="*/ 37 h 113"/>
              <a:gd name="T84" fmla="*/ 55 w 66"/>
              <a:gd name="T85" fmla="*/ 28 h 113"/>
              <a:gd name="T86" fmla="*/ 11 w 66"/>
              <a:gd name="T87" fmla="*/ 28 h 113"/>
              <a:gd name="T88" fmla="*/ 8 w 66"/>
              <a:gd name="T89" fmla="*/ 24 h 113"/>
              <a:gd name="T90" fmla="*/ 11 w 66"/>
              <a:gd name="T91" fmla="*/ 21 h 113"/>
              <a:gd name="T92" fmla="*/ 55 w 66"/>
              <a:gd name="T93" fmla="*/ 21 h 113"/>
              <a:gd name="T94" fmla="*/ 59 w 66"/>
              <a:gd name="T95" fmla="*/ 24 h 113"/>
              <a:gd name="T96" fmla="*/ 55 w 66"/>
              <a:gd name="T97" fmla="*/ 28 h 113"/>
              <a:gd name="T98" fmla="*/ 55 w 66"/>
              <a:gd name="T99" fmla="*/ 18 h 113"/>
              <a:gd name="T100" fmla="*/ 11 w 66"/>
              <a:gd name="T101" fmla="*/ 18 h 113"/>
              <a:gd name="T102" fmla="*/ 8 w 66"/>
              <a:gd name="T103" fmla="*/ 14 h 113"/>
              <a:gd name="T104" fmla="*/ 11 w 66"/>
              <a:gd name="T105" fmla="*/ 11 h 113"/>
              <a:gd name="T106" fmla="*/ 55 w 66"/>
              <a:gd name="T107" fmla="*/ 11 h 113"/>
              <a:gd name="T108" fmla="*/ 59 w 66"/>
              <a:gd name="T109" fmla="*/ 14 h 113"/>
              <a:gd name="T110" fmla="*/ 55 w 66"/>
              <a:gd name="T111" fmla="*/ 18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66" h="113">
                <a:moveTo>
                  <a:pt x="56" y="0"/>
                </a:moveTo>
                <a:cubicBezTo>
                  <a:pt x="10" y="0"/>
                  <a:pt x="10" y="0"/>
                  <a:pt x="10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103"/>
                  <a:pt x="0" y="103"/>
                  <a:pt x="0" y="103"/>
                </a:cubicBezTo>
                <a:cubicBezTo>
                  <a:pt x="0" y="109"/>
                  <a:pt x="5" y="113"/>
                  <a:pt x="10" y="113"/>
                </a:cubicBezTo>
                <a:cubicBezTo>
                  <a:pt x="56" y="113"/>
                  <a:pt x="56" y="113"/>
                  <a:pt x="56" y="113"/>
                </a:cubicBezTo>
                <a:cubicBezTo>
                  <a:pt x="62" y="113"/>
                  <a:pt x="66" y="109"/>
                  <a:pt x="66" y="103"/>
                </a:cubicBezTo>
                <a:cubicBezTo>
                  <a:pt x="66" y="10"/>
                  <a:pt x="66" y="10"/>
                  <a:pt x="66" y="10"/>
                </a:cubicBezTo>
                <a:cubicBezTo>
                  <a:pt x="66" y="4"/>
                  <a:pt x="62" y="0"/>
                  <a:pt x="56" y="0"/>
                </a:cubicBezTo>
                <a:close/>
                <a:moveTo>
                  <a:pt x="55" y="105"/>
                </a:moveTo>
                <a:cubicBezTo>
                  <a:pt x="11" y="105"/>
                  <a:pt x="11" y="105"/>
                  <a:pt x="11" y="105"/>
                </a:cubicBezTo>
                <a:cubicBezTo>
                  <a:pt x="9" y="105"/>
                  <a:pt x="8" y="103"/>
                  <a:pt x="8" y="101"/>
                </a:cubicBezTo>
                <a:cubicBezTo>
                  <a:pt x="8" y="99"/>
                  <a:pt x="9" y="98"/>
                  <a:pt x="11" y="98"/>
                </a:cubicBezTo>
                <a:cubicBezTo>
                  <a:pt x="55" y="98"/>
                  <a:pt x="55" y="98"/>
                  <a:pt x="55" y="98"/>
                </a:cubicBezTo>
                <a:cubicBezTo>
                  <a:pt x="57" y="98"/>
                  <a:pt x="59" y="99"/>
                  <a:pt x="59" y="101"/>
                </a:cubicBezTo>
                <a:cubicBezTo>
                  <a:pt x="59" y="103"/>
                  <a:pt x="57" y="105"/>
                  <a:pt x="55" y="105"/>
                </a:cubicBezTo>
                <a:close/>
                <a:moveTo>
                  <a:pt x="55" y="95"/>
                </a:moveTo>
                <a:cubicBezTo>
                  <a:pt x="11" y="95"/>
                  <a:pt x="11" y="95"/>
                  <a:pt x="11" y="95"/>
                </a:cubicBezTo>
                <a:cubicBezTo>
                  <a:pt x="9" y="95"/>
                  <a:pt x="8" y="93"/>
                  <a:pt x="8" y="91"/>
                </a:cubicBezTo>
                <a:cubicBezTo>
                  <a:pt x="8" y="90"/>
                  <a:pt x="9" y="88"/>
                  <a:pt x="11" y="88"/>
                </a:cubicBezTo>
                <a:cubicBezTo>
                  <a:pt x="55" y="88"/>
                  <a:pt x="55" y="88"/>
                  <a:pt x="55" y="88"/>
                </a:cubicBezTo>
                <a:cubicBezTo>
                  <a:pt x="57" y="88"/>
                  <a:pt x="59" y="90"/>
                  <a:pt x="59" y="91"/>
                </a:cubicBezTo>
                <a:cubicBezTo>
                  <a:pt x="59" y="93"/>
                  <a:pt x="57" y="95"/>
                  <a:pt x="55" y="95"/>
                </a:cubicBezTo>
                <a:close/>
                <a:moveTo>
                  <a:pt x="55" y="85"/>
                </a:moveTo>
                <a:cubicBezTo>
                  <a:pt x="11" y="85"/>
                  <a:pt x="11" y="85"/>
                  <a:pt x="11" y="85"/>
                </a:cubicBezTo>
                <a:cubicBezTo>
                  <a:pt x="9" y="85"/>
                  <a:pt x="8" y="83"/>
                  <a:pt x="8" y="82"/>
                </a:cubicBezTo>
                <a:cubicBezTo>
                  <a:pt x="8" y="80"/>
                  <a:pt x="9" y="78"/>
                  <a:pt x="11" y="78"/>
                </a:cubicBezTo>
                <a:cubicBezTo>
                  <a:pt x="55" y="78"/>
                  <a:pt x="55" y="78"/>
                  <a:pt x="55" y="78"/>
                </a:cubicBezTo>
                <a:cubicBezTo>
                  <a:pt x="57" y="78"/>
                  <a:pt x="59" y="80"/>
                  <a:pt x="59" y="82"/>
                </a:cubicBezTo>
                <a:cubicBezTo>
                  <a:pt x="59" y="83"/>
                  <a:pt x="57" y="85"/>
                  <a:pt x="55" y="85"/>
                </a:cubicBezTo>
                <a:close/>
                <a:moveTo>
                  <a:pt x="28" y="58"/>
                </a:moveTo>
                <a:cubicBezTo>
                  <a:pt x="28" y="56"/>
                  <a:pt x="30" y="54"/>
                  <a:pt x="33" y="54"/>
                </a:cubicBezTo>
                <a:cubicBezTo>
                  <a:pt x="36" y="54"/>
                  <a:pt x="38" y="56"/>
                  <a:pt x="38" y="58"/>
                </a:cubicBezTo>
                <a:cubicBezTo>
                  <a:pt x="38" y="61"/>
                  <a:pt x="36" y="63"/>
                  <a:pt x="33" y="63"/>
                </a:cubicBezTo>
                <a:cubicBezTo>
                  <a:pt x="30" y="63"/>
                  <a:pt x="28" y="61"/>
                  <a:pt x="28" y="58"/>
                </a:cubicBezTo>
                <a:close/>
                <a:moveTo>
                  <a:pt x="55" y="37"/>
                </a:moveTo>
                <a:cubicBezTo>
                  <a:pt x="11" y="37"/>
                  <a:pt x="11" y="37"/>
                  <a:pt x="11" y="37"/>
                </a:cubicBezTo>
                <a:cubicBezTo>
                  <a:pt x="9" y="37"/>
                  <a:pt x="8" y="36"/>
                  <a:pt x="8" y="34"/>
                </a:cubicBezTo>
                <a:cubicBezTo>
                  <a:pt x="8" y="32"/>
                  <a:pt x="9" y="31"/>
                  <a:pt x="11" y="31"/>
                </a:cubicBezTo>
                <a:cubicBezTo>
                  <a:pt x="55" y="31"/>
                  <a:pt x="55" y="31"/>
                  <a:pt x="55" y="31"/>
                </a:cubicBezTo>
                <a:cubicBezTo>
                  <a:pt x="57" y="31"/>
                  <a:pt x="59" y="32"/>
                  <a:pt x="59" y="34"/>
                </a:cubicBezTo>
                <a:cubicBezTo>
                  <a:pt x="59" y="36"/>
                  <a:pt x="57" y="37"/>
                  <a:pt x="55" y="37"/>
                </a:cubicBezTo>
                <a:close/>
                <a:moveTo>
                  <a:pt x="55" y="28"/>
                </a:moveTo>
                <a:cubicBezTo>
                  <a:pt x="11" y="28"/>
                  <a:pt x="11" y="28"/>
                  <a:pt x="11" y="28"/>
                </a:cubicBezTo>
                <a:cubicBezTo>
                  <a:pt x="9" y="28"/>
                  <a:pt x="8" y="26"/>
                  <a:pt x="8" y="24"/>
                </a:cubicBezTo>
                <a:cubicBezTo>
                  <a:pt x="8" y="22"/>
                  <a:pt x="9" y="21"/>
                  <a:pt x="11" y="21"/>
                </a:cubicBezTo>
                <a:cubicBezTo>
                  <a:pt x="55" y="21"/>
                  <a:pt x="55" y="21"/>
                  <a:pt x="55" y="21"/>
                </a:cubicBezTo>
                <a:cubicBezTo>
                  <a:pt x="57" y="21"/>
                  <a:pt x="59" y="22"/>
                  <a:pt x="59" y="24"/>
                </a:cubicBezTo>
                <a:cubicBezTo>
                  <a:pt x="59" y="26"/>
                  <a:pt x="57" y="28"/>
                  <a:pt x="55" y="28"/>
                </a:cubicBezTo>
                <a:close/>
                <a:moveTo>
                  <a:pt x="55" y="18"/>
                </a:moveTo>
                <a:cubicBezTo>
                  <a:pt x="11" y="18"/>
                  <a:pt x="11" y="18"/>
                  <a:pt x="11" y="18"/>
                </a:cubicBezTo>
                <a:cubicBezTo>
                  <a:pt x="9" y="18"/>
                  <a:pt x="8" y="16"/>
                  <a:pt x="8" y="14"/>
                </a:cubicBezTo>
                <a:cubicBezTo>
                  <a:pt x="8" y="13"/>
                  <a:pt x="9" y="11"/>
                  <a:pt x="11" y="11"/>
                </a:cubicBezTo>
                <a:cubicBezTo>
                  <a:pt x="55" y="11"/>
                  <a:pt x="55" y="11"/>
                  <a:pt x="55" y="11"/>
                </a:cubicBezTo>
                <a:cubicBezTo>
                  <a:pt x="57" y="11"/>
                  <a:pt x="59" y="13"/>
                  <a:pt x="59" y="14"/>
                </a:cubicBezTo>
                <a:cubicBezTo>
                  <a:pt x="59" y="16"/>
                  <a:pt x="57" y="18"/>
                  <a:pt x="55" y="18"/>
                </a:cubicBezTo>
                <a:close/>
              </a:path>
            </a:pathLst>
          </a:custGeom>
          <a:solidFill>
            <a:srgbClr val="9B9B9B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algn="ctr" fontAlgn="base"/>
            <a:endParaRPr kumimoji="1" lang="ko-KR" altLang="en-US" sz="1000" spc="-3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45" name="그룹 44"/>
          <p:cNvGrpSpPr/>
          <p:nvPr/>
        </p:nvGrpSpPr>
        <p:grpSpPr>
          <a:xfrm>
            <a:off x="3853640" y="5841993"/>
            <a:ext cx="322543" cy="373679"/>
            <a:chOff x="1482725" y="6569980"/>
            <a:chExt cx="130175" cy="150813"/>
          </a:xfrm>
        </p:grpSpPr>
        <p:sp>
          <p:nvSpPr>
            <p:cNvPr id="46" name="Freeform 1684"/>
            <p:cNvSpPr>
              <a:spLocks noEditPoints="1"/>
            </p:cNvSpPr>
            <p:nvPr/>
          </p:nvSpPr>
          <p:spPr bwMode="auto">
            <a:xfrm>
              <a:off x="1536700" y="6569980"/>
              <a:ext cx="76200" cy="150813"/>
            </a:xfrm>
            <a:custGeom>
              <a:avLst/>
              <a:gdLst>
                <a:gd name="T0" fmla="*/ 71 w 82"/>
                <a:gd name="T1" fmla="*/ 2 h 162"/>
                <a:gd name="T2" fmla="*/ 9 w 82"/>
                <a:gd name="T3" fmla="*/ 2 h 162"/>
                <a:gd name="T4" fmla="*/ 0 w 82"/>
                <a:gd name="T5" fmla="*/ 19 h 162"/>
                <a:gd name="T6" fmla="*/ 80 w 82"/>
                <a:gd name="T7" fmla="*/ 162 h 162"/>
                <a:gd name="T8" fmla="*/ 80 w 82"/>
                <a:gd name="T9" fmla="*/ 17 h 162"/>
                <a:gd name="T10" fmla="*/ 54 w 82"/>
                <a:gd name="T11" fmla="*/ 13 h 162"/>
                <a:gd name="T12" fmla="*/ 33 w 82"/>
                <a:gd name="T13" fmla="*/ 4 h 162"/>
                <a:gd name="T14" fmla="*/ 33 w 82"/>
                <a:gd name="T15" fmla="*/ 13 h 162"/>
                <a:gd name="T16" fmla="*/ 10 w 82"/>
                <a:gd name="T17" fmla="*/ 111 h 162"/>
                <a:gd name="T18" fmla="*/ 21 w 82"/>
                <a:gd name="T19" fmla="*/ 111 h 162"/>
                <a:gd name="T20" fmla="*/ 10 w 82"/>
                <a:gd name="T21" fmla="*/ 81 h 162"/>
                <a:gd name="T22" fmla="*/ 21 w 82"/>
                <a:gd name="T23" fmla="*/ 74 h 162"/>
                <a:gd name="T24" fmla="*/ 21 w 82"/>
                <a:gd name="T25" fmla="*/ 62 h 162"/>
                <a:gd name="T26" fmla="*/ 10 w 82"/>
                <a:gd name="T27" fmla="*/ 56 h 162"/>
                <a:gd name="T28" fmla="*/ 21 w 82"/>
                <a:gd name="T29" fmla="*/ 56 h 162"/>
                <a:gd name="T30" fmla="*/ 10 w 82"/>
                <a:gd name="T31" fmla="*/ 26 h 162"/>
                <a:gd name="T32" fmla="*/ 22 w 82"/>
                <a:gd name="T33" fmla="*/ 13 h 162"/>
                <a:gd name="T34" fmla="*/ 22 w 82"/>
                <a:gd name="T35" fmla="*/ 4 h 162"/>
                <a:gd name="T36" fmla="*/ 30 w 82"/>
                <a:gd name="T37" fmla="*/ 4 h 162"/>
                <a:gd name="T38" fmla="*/ 25 w 82"/>
                <a:gd name="T39" fmla="*/ 4 h 162"/>
                <a:gd name="T40" fmla="*/ 27 w 82"/>
                <a:gd name="T41" fmla="*/ 99 h 162"/>
                <a:gd name="T42" fmla="*/ 38 w 82"/>
                <a:gd name="T43" fmla="*/ 92 h 162"/>
                <a:gd name="T44" fmla="*/ 38 w 82"/>
                <a:gd name="T45" fmla="*/ 81 h 162"/>
                <a:gd name="T46" fmla="*/ 27 w 82"/>
                <a:gd name="T47" fmla="*/ 74 h 162"/>
                <a:gd name="T48" fmla="*/ 38 w 82"/>
                <a:gd name="T49" fmla="*/ 74 h 162"/>
                <a:gd name="T50" fmla="*/ 27 w 82"/>
                <a:gd name="T51" fmla="*/ 44 h 162"/>
                <a:gd name="T52" fmla="*/ 38 w 82"/>
                <a:gd name="T53" fmla="*/ 37 h 162"/>
                <a:gd name="T54" fmla="*/ 38 w 82"/>
                <a:gd name="T55" fmla="*/ 26 h 162"/>
                <a:gd name="T56" fmla="*/ 46 w 82"/>
                <a:gd name="T57" fmla="*/ 4 h 162"/>
                <a:gd name="T58" fmla="*/ 41 w 82"/>
                <a:gd name="T59" fmla="*/ 4 h 162"/>
                <a:gd name="T60" fmla="*/ 44 w 82"/>
                <a:gd name="T61" fmla="*/ 99 h 162"/>
                <a:gd name="T62" fmla="*/ 55 w 82"/>
                <a:gd name="T63" fmla="*/ 92 h 162"/>
                <a:gd name="T64" fmla="*/ 55 w 82"/>
                <a:gd name="T65" fmla="*/ 81 h 162"/>
                <a:gd name="T66" fmla="*/ 44 w 82"/>
                <a:gd name="T67" fmla="*/ 74 h 162"/>
                <a:gd name="T68" fmla="*/ 55 w 82"/>
                <a:gd name="T69" fmla="*/ 74 h 162"/>
                <a:gd name="T70" fmla="*/ 44 w 82"/>
                <a:gd name="T71" fmla="*/ 44 h 162"/>
                <a:gd name="T72" fmla="*/ 55 w 82"/>
                <a:gd name="T73" fmla="*/ 37 h 162"/>
                <a:gd name="T74" fmla="*/ 55 w 82"/>
                <a:gd name="T75" fmla="*/ 26 h 162"/>
                <a:gd name="T76" fmla="*/ 62 w 82"/>
                <a:gd name="T77" fmla="*/ 4 h 162"/>
                <a:gd name="T78" fmla="*/ 58 w 82"/>
                <a:gd name="T79" fmla="*/ 4 h 162"/>
                <a:gd name="T80" fmla="*/ 61 w 82"/>
                <a:gd name="T81" fmla="*/ 99 h 162"/>
                <a:gd name="T82" fmla="*/ 72 w 82"/>
                <a:gd name="T83" fmla="*/ 92 h 162"/>
                <a:gd name="T84" fmla="*/ 72 w 82"/>
                <a:gd name="T85" fmla="*/ 81 h 162"/>
                <a:gd name="T86" fmla="*/ 61 w 82"/>
                <a:gd name="T87" fmla="*/ 74 h 162"/>
                <a:gd name="T88" fmla="*/ 72 w 82"/>
                <a:gd name="T89" fmla="*/ 74 h 162"/>
                <a:gd name="T90" fmla="*/ 61 w 82"/>
                <a:gd name="T91" fmla="*/ 44 h 162"/>
                <a:gd name="T92" fmla="*/ 72 w 82"/>
                <a:gd name="T93" fmla="*/ 37 h 162"/>
                <a:gd name="T94" fmla="*/ 72 w 82"/>
                <a:gd name="T95" fmla="*/ 26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82" h="162">
                  <a:moveTo>
                    <a:pt x="80" y="17"/>
                  </a:moveTo>
                  <a:cubicBezTo>
                    <a:pt x="71" y="17"/>
                    <a:pt x="71" y="17"/>
                    <a:pt x="71" y="17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0" y="0"/>
                    <a:pt x="68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0"/>
                    <a:pt x="9" y="1"/>
                    <a:pt x="9" y="2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1" y="17"/>
                    <a:pt x="0" y="18"/>
                    <a:pt x="0" y="19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0" y="160"/>
                    <a:pt x="1" y="162"/>
                    <a:pt x="2" y="162"/>
                  </a:cubicBezTo>
                  <a:cubicBezTo>
                    <a:pt x="80" y="162"/>
                    <a:pt x="80" y="162"/>
                    <a:pt x="80" y="162"/>
                  </a:cubicBezTo>
                  <a:cubicBezTo>
                    <a:pt x="81" y="162"/>
                    <a:pt x="82" y="160"/>
                    <a:pt x="82" y="159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8"/>
                    <a:pt x="81" y="17"/>
                    <a:pt x="80" y="17"/>
                  </a:cubicBezTo>
                  <a:close/>
                  <a:moveTo>
                    <a:pt x="50" y="4"/>
                  </a:moveTo>
                  <a:cubicBezTo>
                    <a:pt x="54" y="4"/>
                    <a:pt x="54" y="4"/>
                    <a:pt x="54" y="4"/>
                  </a:cubicBezTo>
                  <a:cubicBezTo>
                    <a:pt x="54" y="13"/>
                    <a:pt x="54" y="13"/>
                    <a:pt x="54" y="13"/>
                  </a:cubicBezTo>
                  <a:cubicBezTo>
                    <a:pt x="50" y="13"/>
                    <a:pt x="50" y="13"/>
                    <a:pt x="50" y="13"/>
                  </a:cubicBezTo>
                  <a:lnTo>
                    <a:pt x="50" y="4"/>
                  </a:lnTo>
                  <a:close/>
                  <a:moveTo>
                    <a:pt x="33" y="4"/>
                  </a:moveTo>
                  <a:cubicBezTo>
                    <a:pt x="37" y="4"/>
                    <a:pt x="37" y="4"/>
                    <a:pt x="37" y="4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3" y="13"/>
                    <a:pt x="33" y="13"/>
                    <a:pt x="33" y="13"/>
                  </a:cubicBezTo>
                  <a:lnTo>
                    <a:pt x="33" y="4"/>
                  </a:lnTo>
                  <a:close/>
                  <a:moveTo>
                    <a:pt x="21" y="111"/>
                  </a:moveTo>
                  <a:cubicBezTo>
                    <a:pt x="10" y="111"/>
                    <a:pt x="10" y="111"/>
                    <a:pt x="10" y="111"/>
                  </a:cubicBezTo>
                  <a:cubicBezTo>
                    <a:pt x="10" y="99"/>
                    <a:pt x="10" y="99"/>
                    <a:pt x="10" y="99"/>
                  </a:cubicBezTo>
                  <a:cubicBezTo>
                    <a:pt x="21" y="99"/>
                    <a:pt x="21" y="99"/>
                    <a:pt x="21" y="99"/>
                  </a:cubicBezTo>
                  <a:lnTo>
                    <a:pt x="21" y="111"/>
                  </a:lnTo>
                  <a:close/>
                  <a:moveTo>
                    <a:pt x="21" y="92"/>
                  </a:moveTo>
                  <a:cubicBezTo>
                    <a:pt x="10" y="92"/>
                    <a:pt x="10" y="92"/>
                    <a:pt x="10" y="92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21" y="81"/>
                    <a:pt x="21" y="81"/>
                    <a:pt x="21" y="81"/>
                  </a:cubicBezTo>
                  <a:lnTo>
                    <a:pt x="21" y="92"/>
                  </a:lnTo>
                  <a:close/>
                  <a:moveTo>
                    <a:pt x="21" y="74"/>
                  </a:moveTo>
                  <a:cubicBezTo>
                    <a:pt x="10" y="74"/>
                    <a:pt x="10" y="74"/>
                    <a:pt x="10" y="74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21" y="62"/>
                    <a:pt x="21" y="62"/>
                    <a:pt x="21" y="62"/>
                  </a:cubicBezTo>
                  <a:lnTo>
                    <a:pt x="21" y="74"/>
                  </a:lnTo>
                  <a:close/>
                  <a:moveTo>
                    <a:pt x="21" y="56"/>
                  </a:moveTo>
                  <a:cubicBezTo>
                    <a:pt x="10" y="56"/>
                    <a:pt x="10" y="56"/>
                    <a:pt x="10" y="56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1" y="56"/>
                  </a:lnTo>
                  <a:close/>
                  <a:moveTo>
                    <a:pt x="21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21" y="26"/>
                    <a:pt x="21" y="26"/>
                    <a:pt x="21" y="26"/>
                  </a:cubicBezTo>
                  <a:lnTo>
                    <a:pt x="21" y="37"/>
                  </a:lnTo>
                  <a:close/>
                  <a:moveTo>
                    <a:pt x="22" y="13"/>
                  </a:moveTo>
                  <a:cubicBezTo>
                    <a:pt x="17" y="13"/>
                    <a:pt x="17" y="13"/>
                    <a:pt x="17" y="13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22" y="4"/>
                    <a:pt x="22" y="4"/>
                    <a:pt x="22" y="4"/>
                  </a:cubicBezTo>
                  <a:lnTo>
                    <a:pt x="22" y="13"/>
                  </a:lnTo>
                  <a:close/>
                  <a:moveTo>
                    <a:pt x="25" y="4"/>
                  </a:moveTo>
                  <a:cubicBezTo>
                    <a:pt x="30" y="4"/>
                    <a:pt x="30" y="4"/>
                    <a:pt x="30" y="4"/>
                  </a:cubicBezTo>
                  <a:cubicBezTo>
                    <a:pt x="30" y="13"/>
                    <a:pt x="30" y="13"/>
                    <a:pt x="30" y="13"/>
                  </a:cubicBezTo>
                  <a:cubicBezTo>
                    <a:pt x="25" y="13"/>
                    <a:pt x="25" y="13"/>
                    <a:pt x="25" y="13"/>
                  </a:cubicBezTo>
                  <a:lnTo>
                    <a:pt x="25" y="4"/>
                  </a:lnTo>
                  <a:close/>
                  <a:moveTo>
                    <a:pt x="38" y="111"/>
                  </a:moveTo>
                  <a:cubicBezTo>
                    <a:pt x="27" y="111"/>
                    <a:pt x="27" y="111"/>
                    <a:pt x="27" y="111"/>
                  </a:cubicBezTo>
                  <a:cubicBezTo>
                    <a:pt x="27" y="99"/>
                    <a:pt x="27" y="99"/>
                    <a:pt x="27" y="99"/>
                  </a:cubicBezTo>
                  <a:cubicBezTo>
                    <a:pt x="38" y="99"/>
                    <a:pt x="38" y="99"/>
                    <a:pt x="38" y="99"/>
                  </a:cubicBezTo>
                  <a:lnTo>
                    <a:pt x="38" y="111"/>
                  </a:lnTo>
                  <a:close/>
                  <a:moveTo>
                    <a:pt x="38" y="92"/>
                  </a:moveTo>
                  <a:cubicBezTo>
                    <a:pt x="27" y="92"/>
                    <a:pt x="27" y="92"/>
                    <a:pt x="27" y="92"/>
                  </a:cubicBezTo>
                  <a:cubicBezTo>
                    <a:pt x="27" y="81"/>
                    <a:pt x="27" y="81"/>
                    <a:pt x="27" y="81"/>
                  </a:cubicBezTo>
                  <a:cubicBezTo>
                    <a:pt x="38" y="81"/>
                    <a:pt x="38" y="81"/>
                    <a:pt x="38" y="81"/>
                  </a:cubicBezTo>
                  <a:lnTo>
                    <a:pt x="38" y="92"/>
                  </a:lnTo>
                  <a:close/>
                  <a:moveTo>
                    <a:pt x="38" y="74"/>
                  </a:moveTo>
                  <a:cubicBezTo>
                    <a:pt x="27" y="74"/>
                    <a:pt x="27" y="74"/>
                    <a:pt x="27" y="74"/>
                  </a:cubicBezTo>
                  <a:cubicBezTo>
                    <a:pt x="27" y="62"/>
                    <a:pt x="27" y="62"/>
                    <a:pt x="27" y="62"/>
                  </a:cubicBezTo>
                  <a:cubicBezTo>
                    <a:pt x="38" y="62"/>
                    <a:pt x="38" y="62"/>
                    <a:pt x="38" y="62"/>
                  </a:cubicBezTo>
                  <a:lnTo>
                    <a:pt x="38" y="74"/>
                  </a:lnTo>
                  <a:close/>
                  <a:moveTo>
                    <a:pt x="38" y="56"/>
                  </a:moveTo>
                  <a:cubicBezTo>
                    <a:pt x="27" y="56"/>
                    <a:pt x="27" y="56"/>
                    <a:pt x="27" y="56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38" y="44"/>
                    <a:pt x="38" y="44"/>
                    <a:pt x="38" y="44"/>
                  </a:cubicBezTo>
                  <a:lnTo>
                    <a:pt x="38" y="56"/>
                  </a:lnTo>
                  <a:close/>
                  <a:moveTo>
                    <a:pt x="38" y="37"/>
                  </a:moveTo>
                  <a:cubicBezTo>
                    <a:pt x="27" y="37"/>
                    <a:pt x="27" y="37"/>
                    <a:pt x="27" y="37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38" y="26"/>
                    <a:pt x="38" y="26"/>
                    <a:pt x="38" y="26"/>
                  </a:cubicBezTo>
                  <a:lnTo>
                    <a:pt x="38" y="37"/>
                  </a:lnTo>
                  <a:close/>
                  <a:moveTo>
                    <a:pt x="41" y="4"/>
                  </a:moveTo>
                  <a:cubicBezTo>
                    <a:pt x="46" y="4"/>
                    <a:pt x="46" y="4"/>
                    <a:pt x="46" y="4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1" y="4"/>
                  </a:lnTo>
                  <a:close/>
                  <a:moveTo>
                    <a:pt x="55" y="111"/>
                  </a:moveTo>
                  <a:cubicBezTo>
                    <a:pt x="44" y="111"/>
                    <a:pt x="44" y="111"/>
                    <a:pt x="44" y="111"/>
                  </a:cubicBezTo>
                  <a:cubicBezTo>
                    <a:pt x="44" y="99"/>
                    <a:pt x="44" y="99"/>
                    <a:pt x="44" y="99"/>
                  </a:cubicBezTo>
                  <a:cubicBezTo>
                    <a:pt x="55" y="99"/>
                    <a:pt x="55" y="99"/>
                    <a:pt x="55" y="99"/>
                  </a:cubicBezTo>
                  <a:lnTo>
                    <a:pt x="55" y="111"/>
                  </a:lnTo>
                  <a:close/>
                  <a:moveTo>
                    <a:pt x="55" y="92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44" y="81"/>
                    <a:pt x="44" y="81"/>
                    <a:pt x="44" y="81"/>
                  </a:cubicBezTo>
                  <a:cubicBezTo>
                    <a:pt x="55" y="81"/>
                    <a:pt x="55" y="81"/>
                    <a:pt x="55" y="81"/>
                  </a:cubicBezTo>
                  <a:lnTo>
                    <a:pt x="55" y="92"/>
                  </a:lnTo>
                  <a:close/>
                  <a:moveTo>
                    <a:pt x="55" y="74"/>
                  </a:moveTo>
                  <a:cubicBezTo>
                    <a:pt x="44" y="74"/>
                    <a:pt x="44" y="74"/>
                    <a:pt x="44" y="74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55" y="62"/>
                    <a:pt x="55" y="62"/>
                    <a:pt x="55" y="62"/>
                  </a:cubicBezTo>
                  <a:lnTo>
                    <a:pt x="55" y="74"/>
                  </a:lnTo>
                  <a:close/>
                  <a:moveTo>
                    <a:pt x="55" y="56"/>
                  </a:moveTo>
                  <a:cubicBezTo>
                    <a:pt x="44" y="56"/>
                    <a:pt x="44" y="56"/>
                    <a:pt x="44" y="56"/>
                  </a:cubicBezTo>
                  <a:cubicBezTo>
                    <a:pt x="44" y="44"/>
                    <a:pt x="44" y="44"/>
                    <a:pt x="44" y="44"/>
                  </a:cubicBezTo>
                  <a:cubicBezTo>
                    <a:pt x="55" y="44"/>
                    <a:pt x="55" y="44"/>
                    <a:pt x="55" y="44"/>
                  </a:cubicBezTo>
                  <a:lnTo>
                    <a:pt x="55" y="56"/>
                  </a:lnTo>
                  <a:close/>
                  <a:moveTo>
                    <a:pt x="55" y="37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4" y="26"/>
                    <a:pt x="44" y="26"/>
                    <a:pt x="44" y="26"/>
                  </a:cubicBezTo>
                  <a:cubicBezTo>
                    <a:pt x="55" y="26"/>
                    <a:pt x="55" y="26"/>
                    <a:pt x="55" y="26"/>
                  </a:cubicBezTo>
                  <a:lnTo>
                    <a:pt x="55" y="37"/>
                  </a:lnTo>
                  <a:close/>
                  <a:moveTo>
                    <a:pt x="58" y="4"/>
                  </a:moveTo>
                  <a:cubicBezTo>
                    <a:pt x="62" y="4"/>
                    <a:pt x="62" y="4"/>
                    <a:pt x="62" y="4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58" y="13"/>
                    <a:pt x="58" y="13"/>
                    <a:pt x="58" y="13"/>
                  </a:cubicBezTo>
                  <a:lnTo>
                    <a:pt x="58" y="4"/>
                  </a:lnTo>
                  <a:close/>
                  <a:moveTo>
                    <a:pt x="72" y="111"/>
                  </a:moveTo>
                  <a:cubicBezTo>
                    <a:pt x="61" y="111"/>
                    <a:pt x="61" y="111"/>
                    <a:pt x="61" y="111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72" y="99"/>
                    <a:pt x="72" y="99"/>
                    <a:pt x="72" y="99"/>
                  </a:cubicBezTo>
                  <a:lnTo>
                    <a:pt x="72" y="111"/>
                  </a:lnTo>
                  <a:close/>
                  <a:moveTo>
                    <a:pt x="72" y="92"/>
                  </a:moveTo>
                  <a:cubicBezTo>
                    <a:pt x="61" y="92"/>
                    <a:pt x="61" y="92"/>
                    <a:pt x="61" y="92"/>
                  </a:cubicBezTo>
                  <a:cubicBezTo>
                    <a:pt x="61" y="81"/>
                    <a:pt x="61" y="81"/>
                    <a:pt x="61" y="81"/>
                  </a:cubicBezTo>
                  <a:cubicBezTo>
                    <a:pt x="72" y="81"/>
                    <a:pt x="72" y="81"/>
                    <a:pt x="72" y="81"/>
                  </a:cubicBezTo>
                  <a:lnTo>
                    <a:pt x="72" y="92"/>
                  </a:lnTo>
                  <a:close/>
                  <a:moveTo>
                    <a:pt x="72" y="74"/>
                  </a:moveTo>
                  <a:cubicBezTo>
                    <a:pt x="61" y="74"/>
                    <a:pt x="61" y="74"/>
                    <a:pt x="61" y="74"/>
                  </a:cubicBezTo>
                  <a:cubicBezTo>
                    <a:pt x="61" y="62"/>
                    <a:pt x="61" y="62"/>
                    <a:pt x="61" y="62"/>
                  </a:cubicBezTo>
                  <a:cubicBezTo>
                    <a:pt x="72" y="62"/>
                    <a:pt x="72" y="62"/>
                    <a:pt x="72" y="62"/>
                  </a:cubicBezTo>
                  <a:lnTo>
                    <a:pt x="72" y="74"/>
                  </a:lnTo>
                  <a:close/>
                  <a:moveTo>
                    <a:pt x="72" y="56"/>
                  </a:moveTo>
                  <a:cubicBezTo>
                    <a:pt x="61" y="56"/>
                    <a:pt x="61" y="56"/>
                    <a:pt x="61" y="56"/>
                  </a:cubicBezTo>
                  <a:cubicBezTo>
                    <a:pt x="61" y="44"/>
                    <a:pt x="61" y="44"/>
                    <a:pt x="61" y="44"/>
                  </a:cubicBezTo>
                  <a:cubicBezTo>
                    <a:pt x="72" y="44"/>
                    <a:pt x="72" y="44"/>
                    <a:pt x="72" y="44"/>
                  </a:cubicBezTo>
                  <a:lnTo>
                    <a:pt x="72" y="56"/>
                  </a:lnTo>
                  <a:close/>
                  <a:moveTo>
                    <a:pt x="72" y="37"/>
                  </a:moveTo>
                  <a:cubicBezTo>
                    <a:pt x="61" y="37"/>
                    <a:pt x="61" y="37"/>
                    <a:pt x="61" y="37"/>
                  </a:cubicBezTo>
                  <a:cubicBezTo>
                    <a:pt x="61" y="26"/>
                    <a:pt x="61" y="26"/>
                    <a:pt x="61" y="26"/>
                  </a:cubicBezTo>
                  <a:cubicBezTo>
                    <a:pt x="72" y="26"/>
                    <a:pt x="72" y="26"/>
                    <a:pt x="72" y="26"/>
                  </a:cubicBezTo>
                  <a:lnTo>
                    <a:pt x="72" y="37"/>
                  </a:lnTo>
                  <a:close/>
                </a:path>
              </a:pathLst>
            </a:custGeom>
            <a:solidFill>
              <a:srgbClr val="9B9B9B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noAutofit/>
            </a:bodyPr>
            <a:lstStyle/>
            <a:p>
              <a:pPr algn="ctr" fontAlgn="base"/>
              <a:endParaRPr kumimoji="1" lang="ko-KR" altLang="en-US" sz="1000" spc="-3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47" name="Freeform 1685"/>
            <p:cNvSpPr>
              <a:spLocks noEditPoints="1"/>
            </p:cNvSpPr>
            <p:nvPr/>
          </p:nvSpPr>
          <p:spPr bwMode="auto">
            <a:xfrm>
              <a:off x="1482725" y="6633480"/>
              <a:ext cx="53975" cy="87313"/>
            </a:xfrm>
            <a:custGeom>
              <a:avLst/>
              <a:gdLst>
                <a:gd name="T0" fmla="*/ 20 w 58"/>
                <a:gd name="T1" fmla="*/ 88 h 93"/>
                <a:gd name="T2" fmla="*/ 21 w 58"/>
                <a:gd name="T3" fmla="*/ 67 h 93"/>
                <a:gd name="T4" fmla="*/ 36 w 58"/>
                <a:gd name="T5" fmla="*/ 68 h 93"/>
                <a:gd name="T6" fmla="*/ 35 w 58"/>
                <a:gd name="T7" fmla="*/ 89 h 93"/>
                <a:gd name="T8" fmla="*/ 17 w 58"/>
                <a:gd name="T9" fmla="*/ 49 h 93"/>
                <a:gd name="T10" fmla="*/ 25 w 58"/>
                <a:gd name="T11" fmla="*/ 43 h 93"/>
                <a:gd name="T12" fmla="*/ 17 w 58"/>
                <a:gd name="T13" fmla="*/ 49 h 93"/>
                <a:gd name="T14" fmla="*/ 33 w 58"/>
                <a:gd name="T15" fmla="*/ 43 h 93"/>
                <a:gd name="T16" fmla="*/ 40 w 58"/>
                <a:gd name="T17" fmla="*/ 49 h 93"/>
                <a:gd name="T18" fmla="*/ 10 w 58"/>
                <a:gd name="T19" fmla="*/ 37 h 93"/>
                <a:gd name="T20" fmla="*/ 18 w 58"/>
                <a:gd name="T21" fmla="*/ 31 h 93"/>
                <a:gd name="T22" fmla="*/ 10 w 58"/>
                <a:gd name="T23" fmla="*/ 37 h 93"/>
                <a:gd name="T24" fmla="*/ 25 w 58"/>
                <a:gd name="T25" fmla="*/ 31 h 93"/>
                <a:gd name="T26" fmla="*/ 32 w 58"/>
                <a:gd name="T27" fmla="*/ 37 h 93"/>
                <a:gd name="T28" fmla="*/ 40 w 58"/>
                <a:gd name="T29" fmla="*/ 37 h 93"/>
                <a:gd name="T30" fmla="*/ 47 w 58"/>
                <a:gd name="T31" fmla="*/ 31 h 93"/>
                <a:gd name="T32" fmla="*/ 40 w 58"/>
                <a:gd name="T33" fmla="*/ 37 h 93"/>
                <a:gd name="T34" fmla="*/ 17 w 58"/>
                <a:gd name="T35" fmla="*/ 19 h 93"/>
                <a:gd name="T36" fmla="*/ 25 w 58"/>
                <a:gd name="T37" fmla="*/ 25 h 93"/>
                <a:gd name="T38" fmla="*/ 33 w 58"/>
                <a:gd name="T39" fmla="*/ 25 h 93"/>
                <a:gd name="T40" fmla="*/ 40 w 58"/>
                <a:gd name="T41" fmla="*/ 19 h 93"/>
                <a:gd name="T42" fmla="*/ 33 w 58"/>
                <a:gd name="T43" fmla="*/ 25 h 93"/>
                <a:gd name="T44" fmla="*/ 10 w 58"/>
                <a:gd name="T45" fmla="*/ 7 h 93"/>
                <a:gd name="T46" fmla="*/ 18 w 58"/>
                <a:gd name="T47" fmla="*/ 13 h 93"/>
                <a:gd name="T48" fmla="*/ 25 w 58"/>
                <a:gd name="T49" fmla="*/ 13 h 93"/>
                <a:gd name="T50" fmla="*/ 32 w 58"/>
                <a:gd name="T51" fmla="*/ 7 h 93"/>
                <a:gd name="T52" fmla="*/ 25 w 58"/>
                <a:gd name="T53" fmla="*/ 13 h 93"/>
                <a:gd name="T54" fmla="*/ 40 w 58"/>
                <a:gd name="T55" fmla="*/ 7 h 93"/>
                <a:gd name="T56" fmla="*/ 47 w 58"/>
                <a:gd name="T57" fmla="*/ 13 h 93"/>
                <a:gd name="T58" fmla="*/ 51 w 58"/>
                <a:gd name="T59" fmla="*/ 0 h 93"/>
                <a:gd name="T60" fmla="*/ 4 w 58"/>
                <a:gd name="T61" fmla="*/ 3 h 93"/>
                <a:gd name="T62" fmla="*/ 0 w 58"/>
                <a:gd name="T63" fmla="*/ 56 h 93"/>
                <a:gd name="T64" fmla="*/ 4 w 58"/>
                <a:gd name="T65" fmla="*/ 64 h 93"/>
                <a:gd name="T66" fmla="*/ 6 w 58"/>
                <a:gd name="T67" fmla="*/ 93 h 93"/>
                <a:gd name="T68" fmla="*/ 54 w 58"/>
                <a:gd name="T69" fmla="*/ 90 h 93"/>
                <a:gd name="T70" fmla="*/ 58 w 58"/>
                <a:gd name="T71" fmla="*/ 64 h 93"/>
                <a:gd name="T72" fmla="*/ 54 w 58"/>
                <a:gd name="T73" fmla="*/ 56 h 93"/>
                <a:gd name="T74" fmla="*/ 51 w 58"/>
                <a:gd name="T75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8" h="93">
                  <a:moveTo>
                    <a:pt x="21" y="89"/>
                  </a:moveTo>
                  <a:cubicBezTo>
                    <a:pt x="21" y="89"/>
                    <a:pt x="20" y="89"/>
                    <a:pt x="20" y="88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20" y="67"/>
                    <a:pt x="21" y="67"/>
                    <a:pt x="21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6" y="67"/>
                    <a:pt x="36" y="67"/>
                    <a:pt x="36" y="68"/>
                  </a:cubicBezTo>
                  <a:cubicBezTo>
                    <a:pt x="36" y="88"/>
                    <a:pt x="36" y="88"/>
                    <a:pt x="36" y="88"/>
                  </a:cubicBezTo>
                  <a:cubicBezTo>
                    <a:pt x="36" y="89"/>
                    <a:pt x="36" y="89"/>
                    <a:pt x="35" y="89"/>
                  </a:cubicBezTo>
                  <a:cubicBezTo>
                    <a:pt x="21" y="89"/>
                    <a:pt x="21" y="89"/>
                    <a:pt x="21" y="89"/>
                  </a:cubicBezTo>
                  <a:moveTo>
                    <a:pt x="17" y="49"/>
                  </a:moveTo>
                  <a:cubicBezTo>
                    <a:pt x="17" y="43"/>
                    <a:pt x="17" y="43"/>
                    <a:pt x="17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9"/>
                    <a:pt x="25" y="49"/>
                    <a:pt x="25" y="49"/>
                  </a:cubicBezTo>
                  <a:cubicBezTo>
                    <a:pt x="17" y="49"/>
                    <a:pt x="17" y="49"/>
                    <a:pt x="17" y="49"/>
                  </a:cubicBezTo>
                  <a:moveTo>
                    <a:pt x="33" y="49"/>
                  </a:moveTo>
                  <a:cubicBezTo>
                    <a:pt x="33" y="43"/>
                    <a:pt x="33" y="43"/>
                    <a:pt x="33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33" y="49"/>
                    <a:pt x="33" y="49"/>
                    <a:pt x="33" y="49"/>
                  </a:cubicBezTo>
                  <a:moveTo>
                    <a:pt x="10" y="37"/>
                  </a:moveTo>
                  <a:cubicBezTo>
                    <a:pt x="10" y="31"/>
                    <a:pt x="10" y="31"/>
                    <a:pt x="10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0" y="37"/>
                    <a:pt x="10" y="37"/>
                    <a:pt x="10" y="37"/>
                  </a:cubicBezTo>
                  <a:moveTo>
                    <a:pt x="25" y="37"/>
                  </a:moveTo>
                  <a:cubicBezTo>
                    <a:pt x="25" y="31"/>
                    <a:pt x="25" y="31"/>
                    <a:pt x="25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25" y="37"/>
                    <a:pt x="25" y="37"/>
                    <a:pt x="25" y="37"/>
                  </a:cubicBezTo>
                  <a:moveTo>
                    <a:pt x="40" y="37"/>
                  </a:moveTo>
                  <a:cubicBezTo>
                    <a:pt x="40" y="31"/>
                    <a:pt x="40" y="31"/>
                    <a:pt x="40" y="31"/>
                  </a:cubicBezTo>
                  <a:cubicBezTo>
                    <a:pt x="47" y="31"/>
                    <a:pt x="47" y="31"/>
                    <a:pt x="47" y="31"/>
                  </a:cubicBezTo>
                  <a:cubicBezTo>
                    <a:pt x="47" y="37"/>
                    <a:pt x="47" y="37"/>
                    <a:pt x="47" y="37"/>
                  </a:cubicBezTo>
                  <a:cubicBezTo>
                    <a:pt x="40" y="37"/>
                    <a:pt x="40" y="37"/>
                    <a:pt x="40" y="37"/>
                  </a:cubicBezTo>
                  <a:moveTo>
                    <a:pt x="17" y="25"/>
                  </a:moveTo>
                  <a:cubicBezTo>
                    <a:pt x="17" y="19"/>
                    <a:pt x="17" y="19"/>
                    <a:pt x="17" y="19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17" y="25"/>
                    <a:pt x="17" y="25"/>
                    <a:pt x="17" y="25"/>
                  </a:cubicBezTo>
                  <a:moveTo>
                    <a:pt x="33" y="25"/>
                  </a:moveTo>
                  <a:cubicBezTo>
                    <a:pt x="33" y="19"/>
                    <a:pt x="33" y="19"/>
                    <a:pt x="33" y="19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3" y="25"/>
                    <a:pt x="33" y="25"/>
                    <a:pt x="33" y="25"/>
                  </a:cubicBezTo>
                  <a:moveTo>
                    <a:pt x="10" y="13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0" y="13"/>
                    <a:pt x="10" y="13"/>
                    <a:pt x="10" y="13"/>
                  </a:cubicBezTo>
                  <a:moveTo>
                    <a:pt x="25" y="13"/>
                  </a:moveTo>
                  <a:cubicBezTo>
                    <a:pt x="25" y="7"/>
                    <a:pt x="25" y="7"/>
                    <a:pt x="25" y="7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13"/>
                    <a:pt x="32" y="13"/>
                    <a:pt x="32" y="13"/>
                  </a:cubicBezTo>
                  <a:cubicBezTo>
                    <a:pt x="25" y="13"/>
                    <a:pt x="25" y="13"/>
                    <a:pt x="25" y="13"/>
                  </a:cubicBezTo>
                  <a:moveTo>
                    <a:pt x="40" y="13"/>
                  </a:moveTo>
                  <a:cubicBezTo>
                    <a:pt x="40" y="7"/>
                    <a:pt x="40" y="7"/>
                    <a:pt x="40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0" y="13"/>
                    <a:pt x="40" y="13"/>
                    <a:pt x="40" y="13"/>
                  </a:cubicBezTo>
                  <a:moveTo>
                    <a:pt x="51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4" y="1"/>
                    <a:pt x="4" y="3"/>
                  </a:cubicBezTo>
                  <a:cubicBezTo>
                    <a:pt x="4" y="56"/>
                    <a:pt x="4" y="56"/>
                    <a:pt x="4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90"/>
                    <a:pt x="4" y="90"/>
                    <a:pt x="4" y="90"/>
                  </a:cubicBezTo>
                  <a:cubicBezTo>
                    <a:pt x="4" y="91"/>
                    <a:pt x="5" y="93"/>
                    <a:pt x="6" y="93"/>
                  </a:cubicBezTo>
                  <a:cubicBezTo>
                    <a:pt x="51" y="93"/>
                    <a:pt x="51" y="93"/>
                    <a:pt x="51" y="93"/>
                  </a:cubicBezTo>
                  <a:cubicBezTo>
                    <a:pt x="53" y="93"/>
                    <a:pt x="54" y="91"/>
                    <a:pt x="54" y="90"/>
                  </a:cubicBezTo>
                  <a:cubicBezTo>
                    <a:pt x="54" y="64"/>
                    <a:pt x="54" y="64"/>
                    <a:pt x="54" y="64"/>
                  </a:cubicBezTo>
                  <a:cubicBezTo>
                    <a:pt x="58" y="64"/>
                    <a:pt x="58" y="64"/>
                    <a:pt x="58" y="6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4" y="1"/>
                    <a:pt x="53" y="0"/>
                    <a:pt x="51" y="0"/>
                  </a:cubicBezTo>
                </a:path>
              </a:pathLst>
            </a:custGeom>
            <a:solidFill>
              <a:srgbClr val="9B9B9B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noAutofit/>
            </a:bodyPr>
            <a:lstStyle/>
            <a:p>
              <a:pPr algn="ctr" fontAlgn="base"/>
              <a:endParaRPr kumimoji="1" lang="ko-KR" altLang="en-US" sz="1000" spc="-3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6B5F363D-8006-4589-A2E3-E50A56A0F9B2}"/>
              </a:ext>
            </a:extLst>
          </p:cNvPr>
          <p:cNvSpPr txBox="1"/>
          <p:nvPr/>
        </p:nvSpPr>
        <p:spPr>
          <a:xfrm>
            <a:off x="1448481" y="2503116"/>
            <a:ext cx="2281074" cy="5822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377" latinLnBrk="0">
              <a:lnSpc>
                <a:spcPct val="130000"/>
              </a:lnSpc>
              <a:defRPr/>
            </a:pPr>
            <a:r>
              <a:rPr lang="ko-KR" altLang="en-US" sz="1500" b="0" kern="0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제목 </a:t>
            </a:r>
            <a:r>
              <a:rPr lang="en-US" altLang="ko-KR" sz="1500" b="0" kern="0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: </a:t>
            </a:r>
            <a:r>
              <a:rPr lang="en-US" altLang="ko-KR" sz="1500" b="0" kern="0" dirty="0" err="1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KoPub</a:t>
            </a:r>
            <a:r>
              <a:rPr lang="ko-KR" altLang="en-US" sz="1500" b="0" kern="0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돋움체 </a:t>
            </a:r>
            <a:r>
              <a:rPr lang="en-US" altLang="ko-KR" sz="1500" b="0" kern="0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Bold</a:t>
            </a:r>
          </a:p>
          <a:p>
            <a:pPr defTabSz="914377" latinLnBrk="0">
              <a:spcBef>
                <a:spcPts val="400"/>
              </a:spcBef>
              <a:spcAft>
                <a:spcPts val="0"/>
              </a:spcAft>
              <a:defRPr/>
            </a:pPr>
            <a:r>
              <a:rPr lang="ko-KR" altLang="en-US" sz="1500" b="0" spc="-2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본문 </a:t>
            </a:r>
            <a:r>
              <a:rPr lang="en-US" altLang="ko-KR" sz="1500" b="0" spc="-2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: </a:t>
            </a:r>
            <a:r>
              <a:rPr lang="en-US" altLang="ko-KR" sz="1500" b="0" spc="-2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KoPub</a:t>
            </a:r>
            <a:r>
              <a:rPr lang="ko-KR" altLang="en-US" sz="1500" b="0" spc="-2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돋움체 </a:t>
            </a:r>
            <a:r>
              <a:rPr lang="en-US" altLang="ko-KR" sz="1500" b="0" spc="-2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Medium</a:t>
            </a:r>
          </a:p>
        </p:txBody>
      </p:sp>
      <p:pic>
        <p:nvPicPr>
          <p:cNvPr id="60" name="Picture 7" descr="D:\B-dj\A-01-과제\2018-TEM\소스\Tag-blue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27"/>
          <a:stretch/>
        </p:blipFill>
        <p:spPr bwMode="auto">
          <a:xfrm>
            <a:off x="5493813" y="8263425"/>
            <a:ext cx="385616" cy="30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1" name="그룹 60"/>
          <p:cNvGrpSpPr/>
          <p:nvPr/>
        </p:nvGrpSpPr>
        <p:grpSpPr bwMode="gray">
          <a:xfrm>
            <a:off x="5472798" y="7770203"/>
            <a:ext cx="744882" cy="186270"/>
            <a:chOff x="2334142" y="184386"/>
            <a:chExt cx="1065572" cy="266464"/>
          </a:xfrm>
        </p:grpSpPr>
        <p:sp>
          <p:nvSpPr>
            <p:cNvPr id="62" name="모서리가 둥근 직사각형 61"/>
            <p:cNvSpPr/>
            <p:nvPr/>
          </p:nvSpPr>
          <p:spPr bwMode="gray">
            <a:xfrm>
              <a:off x="2334142" y="184386"/>
              <a:ext cx="1065572" cy="266464"/>
            </a:xfrm>
            <a:prstGeom prst="roundRect">
              <a:avLst>
                <a:gd name="adj" fmla="val 50000"/>
              </a:avLst>
            </a:prstGeom>
            <a:solidFill>
              <a:srgbClr val="EB6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63" name="TextBox 41"/>
            <p:cNvSpPr txBox="1">
              <a:spLocks noChangeArrowheads="1"/>
            </p:cNvSpPr>
            <p:nvPr/>
          </p:nvSpPr>
          <p:spPr bwMode="gray">
            <a:xfrm flipH="1">
              <a:off x="2638955" y="207548"/>
              <a:ext cx="642078" cy="2201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CFFFF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marL="0" algn="l" defTabSz="839489" rtl="0" eaLnBrk="1" latinLnBrk="1" hangingPunct="1">
                <a:defRPr sz="174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19744" algn="l" defTabSz="839489" rtl="0" eaLnBrk="1" latinLnBrk="1" hangingPunct="1">
                <a:defRPr sz="174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39489" algn="l" defTabSz="839489" rtl="0" eaLnBrk="1" latinLnBrk="1" hangingPunct="1">
                <a:defRPr sz="174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59233" algn="l" defTabSz="839489" rtl="0" eaLnBrk="1" latinLnBrk="1" hangingPunct="1">
                <a:defRPr sz="174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78978" algn="l" defTabSz="839489" rtl="0" eaLnBrk="1" latinLnBrk="1" hangingPunct="1">
                <a:defRPr sz="174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98723" algn="l" defTabSz="839489" rtl="0" eaLnBrk="1" latinLnBrk="1" hangingPunct="1">
                <a:defRPr sz="174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18467" algn="l" defTabSz="839489" rtl="0" eaLnBrk="1" latinLnBrk="1" hangingPunct="1">
                <a:defRPr sz="174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938212" algn="l" defTabSz="839489" rtl="0" eaLnBrk="1" latinLnBrk="1" hangingPunct="1">
                <a:defRPr sz="174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357956" algn="l" defTabSz="839489" rtl="0" eaLnBrk="1" latinLnBrk="1" hangingPunct="1">
                <a:defRPr sz="174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57933"/>
              <a:r>
                <a:rPr lang="ko-KR" altLang="en-US" sz="10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추가제안</a:t>
              </a:r>
            </a:p>
          </p:txBody>
        </p:sp>
        <p:sp>
          <p:nvSpPr>
            <p:cNvPr id="64" name="Freeform 2503"/>
            <p:cNvSpPr>
              <a:spLocks noEditPoints="1"/>
            </p:cNvSpPr>
            <p:nvPr/>
          </p:nvSpPr>
          <p:spPr bwMode="gray">
            <a:xfrm>
              <a:off x="2370931" y="222113"/>
              <a:ext cx="191011" cy="191010"/>
            </a:xfrm>
            <a:custGeom>
              <a:avLst/>
              <a:gdLst>
                <a:gd name="T0" fmla="*/ 41 w 82"/>
                <a:gd name="T1" fmla="*/ 0 h 83"/>
                <a:gd name="T2" fmla="*/ 0 w 82"/>
                <a:gd name="T3" fmla="*/ 41 h 83"/>
                <a:gd name="T4" fmla="*/ 41 w 82"/>
                <a:gd name="T5" fmla="*/ 83 h 83"/>
                <a:gd name="T6" fmla="*/ 82 w 82"/>
                <a:gd name="T7" fmla="*/ 41 h 83"/>
                <a:gd name="T8" fmla="*/ 41 w 82"/>
                <a:gd name="T9" fmla="*/ 0 h 83"/>
                <a:gd name="T10" fmla="*/ 63 w 82"/>
                <a:gd name="T11" fmla="*/ 47 h 83"/>
                <a:gd name="T12" fmla="*/ 47 w 82"/>
                <a:gd name="T13" fmla="*/ 47 h 83"/>
                <a:gd name="T14" fmla="*/ 47 w 82"/>
                <a:gd name="T15" fmla="*/ 63 h 83"/>
                <a:gd name="T16" fmla="*/ 35 w 82"/>
                <a:gd name="T17" fmla="*/ 63 h 83"/>
                <a:gd name="T18" fmla="*/ 35 w 82"/>
                <a:gd name="T19" fmla="*/ 47 h 83"/>
                <a:gd name="T20" fmla="*/ 19 w 82"/>
                <a:gd name="T21" fmla="*/ 47 h 83"/>
                <a:gd name="T22" fmla="*/ 19 w 82"/>
                <a:gd name="T23" fmla="*/ 35 h 83"/>
                <a:gd name="T24" fmla="*/ 35 w 82"/>
                <a:gd name="T25" fmla="*/ 35 h 83"/>
                <a:gd name="T26" fmla="*/ 35 w 82"/>
                <a:gd name="T27" fmla="*/ 19 h 83"/>
                <a:gd name="T28" fmla="*/ 47 w 82"/>
                <a:gd name="T29" fmla="*/ 19 h 83"/>
                <a:gd name="T30" fmla="*/ 47 w 82"/>
                <a:gd name="T31" fmla="*/ 35 h 83"/>
                <a:gd name="T32" fmla="*/ 63 w 82"/>
                <a:gd name="T33" fmla="*/ 35 h 83"/>
                <a:gd name="T34" fmla="*/ 63 w 82"/>
                <a:gd name="T35" fmla="*/ 47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2" h="83">
                  <a:moveTo>
                    <a:pt x="41" y="0"/>
                  </a:moveTo>
                  <a:cubicBezTo>
                    <a:pt x="18" y="0"/>
                    <a:pt x="0" y="19"/>
                    <a:pt x="0" y="41"/>
                  </a:cubicBezTo>
                  <a:cubicBezTo>
                    <a:pt x="0" y="64"/>
                    <a:pt x="18" y="83"/>
                    <a:pt x="41" y="83"/>
                  </a:cubicBezTo>
                  <a:cubicBezTo>
                    <a:pt x="64" y="83"/>
                    <a:pt x="82" y="64"/>
                    <a:pt x="82" y="41"/>
                  </a:cubicBezTo>
                  <a:cubicBezTo>
                    <a:pt x="82" y="19"/>
                    <a:pt x="64" y="0"/>
                    <a:pt x="41" y="0"/>
                  </a:cubicBezTo>
                  <a:close/>
                  <a:moveTo>
                    <a:pt x="63" y="47"/>
                  </a:moveTo>
                  <a:cubicBezTo>
                    <a:pt x="47" y="47"/>
                    <a:pt x="47" y="47"/>
                    <a:pt x="47" y="47"/>
                  </a:cubicBezTo>
                  <a:cubicBezTo>
                    <a:pt x="47" y="63"/>
                    <a:pt x="47" y="63"/>
                    <a:pt x="47" y="63"/>
                  </a:cubicBezTo>
                  <a:cubicBezTo>
                    <a:pt x="35" y="63"/>
                    <a:pt x="35" y="63"/>
                    <a:pt x="35" y="63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19" y="47"/>
                    <a:pt x="19" y="47"/>
                    <a:pt x="19" y="47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35"/>
                    <a:pt x="47" y="35"/>
                    <a:pt x="47" y="35"/>
                  </a:cubicBezTo>
                  <a:cubicBezTo>
                    <a:pt x="63" y="35"/>
                    <a:pt x="63" y="35"/>
                    <a:pt x="63" y="35"/>
                  </a:cubicBezTo>
                  <a:lnTo>
                    <a:pt x="63" y="4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54" tIns="45728" rIns="91454" bIns="45728" numCol="1" anchor="t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marL="0" algn="l" defTabSz="839489" rtl="0" eaLnBrk="1" latinLnBrk="1" hangingPunct="1">
                <a:defRPr sz="174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19744" algn="l" defTabSz="839489" rtl="0" eaLnBrk="1" latinLnBrk="1" hangingPunct="1">
                <a:defRPr sz="174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39489" algn="l" defTabSz="839489" rtl="0" eaLnBrk="1" latinLnBrk="1" hangingPunct="1">
                <a:defRPr sz="174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59233" algn="l" defTabSz="839489" rtl="0" eaLnBrk="1" latinLnBrk="1" hangingPunct="1">
                <a:defRPr sz="174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78978" algn="l" defTabSz="839489" rtl="0" eaLnBrk="1" latinLnBrk="1" hangingPunct="1">
                <a:defRPr sz="174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98723" algn="l" defTabSz="839489" rtl="0" eaLnBrk="1" latinLnBrk="1" hangingPunct="1">
                <a:defRPr sz="174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18467" algn="l" defTabSz="839489" rtl="0" eaLnBrk="1" latinLnBrk="1" hangingPunct="1">
                <a:defRPr sz="174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938212" algn="l" defTabSz="839489" rtl="0" eaLnBrk="1" latinLnBrk="1" hangingPunct="1">
                <a:defRPr sz="174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357956" algn="l" defTabSz="839489" rtl="0" eaLnBrk="1" latinLnBrk="1" hangingPunct="1">
                <a:defRPr sz="174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57933"/>
              <a:endParaRPr lang="ko-KR" altLang="en-US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5" name="타원 64"/>
          <p:cNvSpPr/>
          <p:nvPr/>
        </p:nvSpPr>
        <p:spPr>
          <a:xfrm>
            <a:off x="1435082" y="7762135"/>
            <a:ext cx="216000" cy="216000"/>
          </a:xfrm>
          <a:prstGeom prst="ellipse">
            <a:avLst/>
          </a:prstGeom>
          <a:solidFill>
            <a:schemeClr val="tx1"/>
          </a:solidFill>
        </p:spPr>
        <p:txBody>
          <a:bodyPr wrap="none" lIns="0" tIns="0" rIns="0" bIns="0" anchor="ctr">
            <a:noAutofit/>
          </a:bodyPr>
          <a:lstStyle/>
          <a:p>
            <a:pPr algn="ctr" latinLnBrk="0"/>
            <a:r>
              <a:rPr lang="en-US" altLang="ko-KR" sz="1100" b="1" dirty="0" smtClean="0">
                <a:solidFill>
                  <a:prstClr val="white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1</a:t>
            </a:r>
            <a:endParaRPr lang="ko-KR" altLang="en-US" sz="1100" b="1" dirty="0">
              <a:solidFill>
                <a:prstClr val="white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66" name="타원 65"/>
          <p:cNvSpPr/>
          <p:nvPr/>
        </p:nvSpPr>
        <p:spPr>
          <a:xfrm>
            <a:off x="1731680" y="7762135"/>
            <a:ext cx="216000" cy="216000"/>
          </a:xfrm>
          <a:prstGeom prst="ellipse">
            <a:avLst/>
          </a:prstGeom>
          <a:solidFill>
            <a:schemeClr val="tx1"/>
          </a:solidFill>
        </p:spPr>
        <p:txBody>
          <a:bodyPr wrap="none" lIns="0" tIns="0" rIns="0" bIns="0" anchor="ctr">
            <a:noAutofit/>
          </a:bodyPr>
          <a:lstStyle/>
          <a:p>
            <a:pPr algn="ctr" latinLnBrk="0"/>
            <a:r>
              <a:rPr lang="en-US" altLang="ko-KR" sz="1100" b="1" dirty="0">
                <a:solidFill>
                  <a:prstClr val="white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2</a:t>
            </a:r>
            <a:endParaRPr lang="ko-KR" altLang="en-US" sz="1100" b="1" dirty="0">
              <a:solidFill>
                <a:prstClr val="white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67" name="타원 66"/>
          <p:cNvSpPr/>
          <p:nvPr/>
        </p:nvSpPr>
        <p:spPr>
          <a:xfrm>
            <a:off x="2028278" y="7762135"/>
            <a:ext cx="216000" cy="216000"/>
          </a:xfrm>
          <a:prstGeom prst="ellipse">
            <a:avLst/>
          </a:prstGeom>
          <a:solidFill>
            <a:schemeClr val="tx1"/>
          </a:solidFill>
        </p:spPr>
        <p:txBody>
          <a:bodyPr wrap="none" lIns="0" tIns="0" rIns="0" bIns="0" anchor="ctr">
            <a:noAutofit/>
          </a:bodyPr>
          <a:lstStyle/>
          <a:p>
            <a:pPr algn="ctr" latinLnBrk="0"/>
            <a:r>
              <a:rPr lang="en-US" altLang="ko-KR" sz="1100" b="1" dirty="0">
                <a:solidFill>
                  <a:prstClr val="white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3</a:t>
            </a:r>
            <a:endParaRPr lang="ko-KR" altLang="en-US" sz="1100" b="1" dirty="0">
              <a:solidFill>
                <a:prstClr val="white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68" name="타원 67"/>
          <p:cNvSpPr/>
          <p:nvPr/>
        </p:nvSpPr>
        <p:spPr>
          <a:xfrm>
            <a:off x="2324876" y="7762135"/>
            <a:ext cx="216000" cy="216000"/>
          </a:xfrm>
          <a:prstGeom prst="ellipse">
            <a:avLst/>
          </a:prstGeom>
          <a:solidFill>
            <a:schemeClr val="tx1"/>
          </a:solidFill>
        </p:spPr>
        <p:txBody>
          <a:bodyPr wrap="none" lIns="0" tIns="0" rIns="0" bIns="0" anchor="ctr">
            <a:noAutofit/>
          </a:bodyPr>
          <a:lstStyle/>
          <a:p>
            <a:pPr algn="ctr" latinLnBrk="0"/>
            <a:r>
              <a:rPr lang="en-US" altLang="ko-KR" sz="1100" b="1" dirty="0">
                <a:solidFill>
                  <a:prstClr val="white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4</a:t>
            </a:r>
            <a:endParaRPr lang="ko-KR" altLang="en-US" sz="1100" b="1" dirty="0">
              <a:solidFill>
                <a:prstClr val="white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69" name="타원 68"/>
          <p:cNvSpPr/>
          <p:nvPr/>
        </p:nvSpPr>
        <p:spPr>
          <a:xfrm>
            <a:off x="2621474" y="7762135"/>
            <a:ext cx="216000" cy="216000"/>
          </a:xfrm>
          <a:prstGeom prst="ellipse">
            <a:avLst/>
          </a:prstGeom>
          <a:solidFill>
            <a:schemeClr val="tx1"/>
          </a:solidFill>
        </p:spPr>
        <p:txBody>
          <a:bodyPr wrap="none" lIns="0" tIns="0" rIns="0" bIns="0" anchor="ctr">
            <a:noAutofit/>
          </a:bodyPr>
          <a:lstStyle/>
          <a:p>
            <a:pPr algn="ctr" latinLnBrk="0"/>
            <a:r>
              <a:rPr lang="en-US" altLang="ko-KR" sz="1100" b="1" dirty="0">
                <a:solidFill>
                  <a:prstClr val="white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5</a:t>
            </a:r>
            <a:endParaRPr lang="ko-KR" altLang="en-US" sz="1100" b="1" dirty="0">
              <a:solidFill>
                <a:prstClr val="white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70" name="타원 69"/>
          <p:cNvSpPr/>
          <p:nvPr/>
        </p:nvSpPr>
        <p:spPr>
          <a:xfrm>
            <a:off x="2918072" y="7762135"/>
            <a:ext cx="216000" cy="216000"/>
          </a:xfrm>
          <a:prstGeom prst="ellipse">
            <a:avLst/>
          </a:prstGeom>
          <a:solidFill>
            <a:schemeClr val="tx1"/>
          </a:solidFill>
        </p:spPr>
        <p:txBody>
          <a:bodyPr wrap="none" lIns="0" tIns="0" rIns="0" bIns="0" anchor="ctr">
            <a:noAutofit/>
          </a:bodyPr>
          <a:lstStyle/>
          <a:p>
            <a:pPr algn="ctr" latinLnBrk="0"/>
            <a:r>
              <a:rPr lang="en-US" altLang="ko-KR" sz="1100" b="1" dirty="0">
                <a:solidFill>
                  <a:prstClr val="white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6</a:t>
            </a:r>
            <a:endParaRPr lang="ko-KR" altLang="en-US" sz="1100" b="1" dirty="0">
              <a:solidFill>
                <a:prstClr val="white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71" name="타원 70"/>
          <p:cNvSpPr/>
          <p:nvPr/>
        </p:nvSpPr>
        <p:spPr>
          <a:xfrm>
            <a:off x="3214670" y="7762135"/>
            <a:ext cx="216000" cy="216000"/>
          </a:xfrm>
          <a:prstGeom prst="ellipse">
            <a:avLst/>
          </a:prstGeom>
          <a:solidFill>
            <a:schemeClr val="tx1"/>
          </a:solidFill>
        </p:spPr>
        <p:txBody>
          <a:bodyPr wrap="none" lIns="0" tIns="0" rIns="0" bIns="0" anchor="ctr">
            <a:noAutofit/>
          </a:bodyPr>
          <a:lstStyle/>
          <a:p>
            <a:pPr algn="ctr" latinLnBrk="0"/>
            <a:r>
              <a:rPr lang="en-US" altLang="ko-KR" sz="1100" b="1" dirty="0">
                <a:solidFill>
                  <a:prstClr val="white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7</a:t>
            </a:r>
            <a:endParaRPr lang="ko-KR" altLang="en-US" sz="1100" b="1" dirty="0">
              <a:solidFill>
                <a:prstClr val="white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72" name="타원 71"/>
          <p:cNvSpPr/>
          <p:nvPr/>
        </p:nvSpPr>
        <p:spPr>
          <a:xfrm>
            <a:off x="3511268" y="7762135"/>
            <a:ext cx="216000" cy="216000"/>
          </a:xfrm>
          <a:prstGeom prst="ellipse">
            <a:avLst/>
          </a:prstGeom>
          <a:solidFill>
            <a:schemeClr val="tx1"/>
          </a:solidFill>
        </p:spPr>
        <p:txBody>
          <a:bodyPr wrap="none" lIns="0" tIns="0" rIns="0" bIns="0" anchor="ctr">
            <a:noAutofit/>
          </a:bodyPr>
          <a:lstStyle/>
          <a:p>
            <a:pPr algn="ctr" latinLnBrk="0"/>
            <a:r>
              <a:rPr lang="en-US" altLang="ko-KR" sz="1100" b="1" dirty="0">
                <a:solidFill>
                  <a:prstClr val="white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8</a:t>
            </a:r>
            <a:endParaRPr lang="ko-KR" altLang="en-US" sz="1100" b="1" dirty="0">
              <a:solidFill>
                <a:prstClr val="white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73" name="타원 72"/>
          <p:cNvSpPr/>
          <p:nvPr/>
        </p:nvSpPr>
        <p:spPr>
          <a:xfrm>
            <a:off x="3807864" y="7762135"/>
            <a:ext cx="216000" cy="216000"/>
          </a:xfrm>
          <a:prstGeom prst="ellipse">
            <a:avLst/>
          </a:prstGeom>
          <a:solidFill>
            <a:schemeClr val="tx1"/>
          </a:solidFill>
        </p:spPr>
        <p:txBody>
          <a:bodyPr wrap="none" lIns="0" tIns="0" rIns="0" bIns="0" anchor="ctr">
            <a:noAutofit/>
          </a:bodyPr>
          <a:lstStyle/>
          <a:p>
            <a:pPr algn="ctr" latinLnBrk="0"/>
            <a:r>
              <a:rPr lang="en-US" altLang="ko-KR" sz="1100" b="1" dirty="0">
                <a:solidFill>
                  <a:prstClr val="white"/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9</a:t>
            </a:r>
            <a:endParaRPr lang="ko-KR" altLang="en-US" sz="1100" b="1" dirty="0">
              <a:solidFill>
                <a:prstClr val="white"/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cxnSp>
        <p:nvCxnSpPr>
          <p:cNvPr id="74" name="직선 화살표 연결선 73"/>
          <p:cNvCxnSpPr/>
          <p:nvPr/>
        </p:nvCxnSpPr>
        <p:spPr bwMode="gray">
          <a:xfrm>
            <a:off x="1462307" y="8815189"/>
            <a:ext cx="2520758" cy="0"/>
          </a:xfrm>
          <a:prstGeom prst="straightConnector1">
            <a:avLst/>
          </a:prstGeom>
          <a:ln w="15875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/>
          <p:cNvCxnSpPr/>
          <p:nvPr/>
        </p:nvCxnSpPr>
        <p:spPr bwMode="gray">
          <a:xfrm>
            <a:off x="1462307" y="8621966"/>
            <a:ext cx="686983" cy="0"/>
          </a:xfrm>
          <a:prstGeom prst="straightConnector1">
            <a:avLst/>
          </a:prstGeom>
          <a:solidFill>
            <a:schemeClr val="bg1"/>
          </a:solidFill>
          <a:ln w="6350" cap="sq">
            <a:solidFill>
              <a:srgbClr val="9B9B9B"/>
            </a:solidFill>
            <a:prstDash val="dash"/>
            <a:bevel/>
            <a:headEnd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6" name="직선 화살표 연결선 75"/>
          <p:cNvCxnSpPr/>
          <p:nvPr/>
        </p:nvCxnSpPr>
        <p:spPr bwMode="gray">
          <a:xfrm>
            <a:off x="2357927" y="8447169"/>
            <a:ext cx="686983" cy="0"/>
          </a:xfrm>
          <a:prstGeom prst="straightConnector1">
            <a:avLst/>
          </a:prstGeom>
          <a:ln w="15875">
            <a:solidFill>
              <a:srgbClr val="004C98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/>
          <p:cNvCxnSpPr/>
          <p:nvPr/>
        </p:nvCxnSpPr>
        <p:spPr bwMode="gray">
          <a:xfrm>
            <a:off x="2357927" y="8621966"/>
            <a:ext cx="686983" cy="0"/>
          </a:xfrm>
          <a:prstGeom prst="straightConnector1">
            <a:avLst/>
          </a:prstGeom>
          <a:ln w="15875">
            <a:solidFill>
              <a:srgbClr val="004C98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/>
          <p:cNvCxnSpPr/>
          <p:nvPr/>
        </p:nvCxnSpPr>
        <p:spPr bwMode="gray">
          <a:xfrm>
            <a:off x="1462307" y="8436826"/>
            <a:ext cx="686983" cy="0"/>
          </a:xfrm>
          <a:prstGeom prst="straightConnector1">
            <a:avLst/>
          </a:prstGeom>
          <a:ln w="6350" cap="flat">
            <a:solidFill>
              <a:srgbClr val="9B9B9B"/>
            </a:solidFill>
            <a:miter lim="800000"/>
            <a:tailEnd type="triangle"/>
          </a:ln>
          <a:ex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/>
          <p:cNvCxnSpPr/>
          <p:nvPr/>
        </p:nvCxnSpPr>
        <p:spPr bwMode="gray">
          <a:xfrm>
            <a:off x="3288461" y="8447169"/>
            <a:ext cx="686983" cy="0"/>
          </a:xfrm>
          <a:prstGeom prst="straightConnector1">
            <a:avLst/>
          </a:prstGeom>
          <a:ln w="15875">
            <a:solidFill>
              <a:srgbClr val="EB61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/>
          <p:cNvCxnSpPr/>
          <p:nvPr/>
        </p:nvCxnSpPr>
        <p:spPr bwMode="gray">
          <a:xfrm>
            <a:off x="3288461" y="8621966"/>
            <a:ext cx="686983" cy="0"/>
          </a:xfrm>
          <a:prstGeom prst="straightConnector1">
            <a:avLst/>
          </a:prstGeom>
          <a:ln w="15875">
            <a:solidFill>
              <a:srgbClr val="EB61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/>
          <p:cNvCxnSpPr/>
          <p:nvPr/>
        </p:nvCxnSpPr>
        <p:spPr bwMode="gray">
          <a:xfrm>
            <a:off x="1462307" y="8967589"/>
            <a:ext cx="2520758" cy="0"/>
          </a:xfrm>
          <a:prstGeom prst="straightConnector1">
            <a:avLst/>
          </a:prstGeom>
          <a:solidFill>
            <a:schemeClr val="bg1"/>
          </a:solidFill>
          <a:ln w="6350" cap="sq">
            <a:solidFill>
              <a:srgbClr val="9B9B9B"/>
            </a:solidFill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2" name="직사각형 81"/>
          <p:cNvSpPr/>
          <p:nvPr/>
        </p:nvSpPr>
        <p:spPr>
          <a:xfrm>
            <a:off x="1489323" y="8217122"/>
            <a:ext cx="516784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 2"/>
              </a:rPr>
              <a:t>일반 </a:t>
            </a:r>
            <a:r>
              <a:rPr lang="en-US" altLang="ko-KR" sz="1000" dirty="0" smtClean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 2"/>
              </a:rPr>
              <a:t>0.5</a:t>
            </a:r>
            <a:endParaRPr lang="ko-KR" altLang="en-US" sz="1000" dirty="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2423156" y="8217122"/>
            <a:ext cx="516784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 2"/>
              </a:rPr>
              <a:t>강조 </a:t>
            </a:r>
            <a:r>
              <a:rPr lang="en-US" altLang="ko-KR" sz="1000" dirty="0" smtClean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 2"/>
              </a:rPr>
              <a:t>1.25</a:t>
            </a:r>
            <a:endParaRPr lang="ko-KR" altLang="en-US" sz="1000" dirty="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84" name="직사각형 83"/>
          <p:cNvSpPr/>
          <p:nvPr/>
        </p:nvSpPr>
        <p:spPr bwMode="gray">
          <a:xfrm>
            <a:off x="3853510" y="3514187"/>
            <a:ext cx="509641" cy="311368"/>
          </a:xfrm>
          <a:prstGeom prst="rect">
            <a:avLst/>
          </a:prstGeom>
          <a:solidFill>
            <a:srgbClr val="EB6100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5" name="타원 55"/>
          <p:cNvSpPr/>
          <p:nvPr/>
        </p:nvSpPr>
        <p:spPr>
          <a:xfrm>
            <a:off x="3853510" y="3910441"/>
            <a:ext cx="509641" cy="311368"/>
          </a:xfrm>
          <a:prstGeom prst="rect">
            <a:avLst/>
          </a:prstGeom>
          <a:noFill/>
          <a:ln w="12700">
            <a:solidFill>
              <a:srgbClr val="EB61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1000" kern="0" spc="-30" dirty="0" smtClean="0">
                <a:solidFill>
                  <a:srgbClr val="EB61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Pont</a:t>
            </a:r>
            <a:endParaRPr lang="en-US" altLang="ko-KR" sz="1000" kern="0" spc="-30" dirty="0">
              <a:solidFill>
                <a:srgbClr val="EB61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6" name="타원 77"/>
          <p:cNvSpPr/>
          <p:nvPr/>
        </p:nvSpPr>
        <p:spPr>
          <a:xfrm>
            <a:off x="1994094" y="3911917"/>
            <a:ext cx="509641" cy="311368"/>
          </a:xfrm>
          <a:prstGeom prst="rect">
            <a:avLst/>
          </a:prstGeom>
          <a:solidFill>
            <a:srgbClr val="9B9B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 latinLnBrk="0"/>
            <a:endParaRPr lang="ko-KR" altLang="en-US" sz="1000" dirty="0">
              <a:ln>
                <a:solidFill>
                  <a:srgbClr val="9933FF">
                    <a:alpha val="0"/>
                  </a:srgbClr>
                </a:solidFill>
              </a:ln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7" name="타원 77"/>
          <p:cNvSpPr/>
          <p:nvPr/>
        </p:nvSpPr>
        <p:spPr>
          <a:xfrm>
            <a:off x="2554781" y="3911917"/>
            <a:ext cx="509641" cy="311368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 algn="ctr" latinLnBrk="0"/>
            <a:endParaRPr lang="ko-KR" altLang="en-US" sz="1000" kern="0" dirty="0">
              <a:ln>
                <a:solidFill>
                  <a:srgbClr val="9933FF">
                    <a:alpha val="0"/>
                  </a:srgbClr>
                </a:solidFill>
              </a:ln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8" name="직사각형 87"/>
          <p:cNvSpPr/>
          <p:nvPr/>
        </p:nvSpPr>
        <p:spPr bwMode="gray">
          <a:xfrm>
            <a:off x="1433408" y="3514187"/>
            <a:ext cx="509641" cy="311368"/>
          </a:xfrm>
          <a:prstGeom prst="rect">
            <a:avLst/>
          </a:prstGeom>
          <a:solidFill>
            <a:srgbClr val="004C98"/>
          </a:solidFill>
          <a:ln>
            <a:noFill/>
          </a:ln>
          <a:effectLst/>
          <a:extLst/>
        </p:spPr>
        <p:txBody>
          <a:bodyPr wrap="none" lIns="0" tIns="0" rIns="0" bIns="0" anchor="ctr">
            <a:noAutofit/>
          </a:bodyPr>
          <a:lstStyle/>
          <a:p>
            <a:pPr algn="ctr" fontAlgn="base" latinLnBrk="0">
              <a:buClr>
                <a:srgbClr val="969696"/>
              </a:buClr>
            </a:pPr>
            <a:endParaRPr lang="ko-KR" altLang="en-US" sz="1000" dirty="0">
              <a:ln>
                <a:solidFill>
                  <a:srgbClr val="9933FF">
                    <a:alpha val="0"/>
                  </a:srgbClr>
                </a:solidFill>
              </a:ln>
              <a:solidFill>
                <a:schemeClr val="lt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9" name="직사각형 88"/>
          <p:cNvSpPr/>
          <p:nvPr/>
        </p:nvSpPr>
        <p:spPr bwMode="gray">
          <a:xfrm>
            <a:off x="1994094" y="3514187"/>
            <a:ext cx="509641" cy="311368"/>
          </a:xfrm>
          <a:prstGeom prst="rect">
            <a:avLst/>
          </a:prstGeom>
          <a:solidFill>
            <a:srgbClr val="0093D4"/>
          </a:solidFill>
          <a:ln>
            <a:noFill/>
          </a:ln>
          <a:effectLst/>
          <a:extLst/>
        </p:spPr>
        <p:txBody>
          <a:bodyPr wrap="none" lIns="0" tIns="0" rIns="0" bIns="0" anchor="ctr">
            <a:noAutofit/>
          </a:bodyPr>
          <a:lstStyle/>
          <a:p>
            <a:pPr algn="ctr" fontAlgn="base" latinLnBrk="0">
              <a:buClr>
                <a:srgbClr val="969696"/>
              </a:buClr>
            </a:pPr>
            <a:endParaRPr lang="en-US" altLang="ko-KR" sz="1000" dirty="0">
              <a:ln>
                <a:solidFill>
                  <a:srgbClr val="9933FF">
                    <a:alpha val="0"/>
                  </a:srgbClr>
                </a:solidFill>
              </a:ln>
              <a:solidFill>
                <a:schemeClr val="lt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90" name="직사각형 89"/>
          <p:cNvSpPr/>
          <p:nvPr/>
        </p:nvSpPr>
        <p:spPr bwMode="gray">
          <a:xfrm>
            <a:off x="2554781" y="3514187"/>
            <a:ext cx="509641" cy="311368"/>
          </a:xfrm>
          <a:prstGeom prst="rect">
            <a:avLst/>
          </a:prstGeom>
          <a:solidFill>
            <a:srgbClr val="84B9EA"/>
          </a:solidFill>
          <a:ln>
            <a:noFill/>
          </a:ln>
          <a:effectLst/>
          <a:extLst/>
        </p:spPr>
        <p:txBody>
          <a:bodyPr wrap="none" lIns="0" tIns="0" rIns="0" bIns="0" anchor="ctr">
            <a:noAutofit/>
          </a:bodyPr>
          <a:lstStyle/>
          <a:p>
            <a:pPr algn="ctr" fontAlgn="base" latinLnBrk="0">
              <a:buClr>
                <a:srgbClr val="969696"/>
              </a:buClr>
            </a:pPr>
            <a:endParaRPr lang="ko-KR" altLang="en-US" sz="1000" dirty="0">
              <a:ln>
                <a:solidFill>
                  <a:srgbClr val="9933FF">
                    <a:alpha val="0"/>
                  </a:srgbClr>
                </a:solidFill>
              </a:ln>
              <a:solidFill>
                <a:schemeClr val="tx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91" name="직사각형 90"/>
          <p:cNvSpPr/>
          <p:nvPr/>
        </p:nvSpPr>
        <p:spPr bwMode="gray">
          <a:xfrm>
            <a:off x="3115468" y="3514186"/>
            <a:ext cx="509641" cy="311368"/>
          </a:xfrm>
          <a:prstGeom prst="rect">
            <a:avLst/>
          </a:prstGeom>
          <a:solidFill>
            <a:srgbClr val="D5EDFF"/>
          </a:solidFill>
          <a:ln>
            <a:noFill/>
          </a:ln>
          <a:effectLst/>
          <a:extLst/>
        </p:spPr>
        <p:txBody>
          <a:bodyPr wrap="none" lIns="0" tIns="0" rIns="0" bIns="0" anchor="ctr">
            <a:noAutofit/>
          </a:bodyPr>
          <a:lstStyle/>
          <a:p>
            <a:pPr algn="ctr" fontAlgn="base" latinLnBrk="0">
              <a:buClr>
                <a:srgbClr val="969696"/>
              </a:buClr>
            </a:pPr>
            <a:endParaRPr lang="ko-KR" altLang="en-US" sz="1000" dirty="0">
              <a:ln>
                <a:solidFill>
                  <a:srgbClr val="9933FF">
                    <a:alpha val="0"/>
                  </a:srgbClr>
                </a:solidFill>
              </a:ln>
              <a:solidFill>
                <a:schemeClr val="tx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92" name="직사각형 91"/>
          <p:cNvSpPr/>
          <p:nvPr/>
        </p:nvSpPr>
        <p:spPr bwMode="gray">
          <a:xfrm>
            <a:off x="3115468" y="3912632"/>
            <a:ext cx="509641" cy="311368"/>
          </a:xfrm>
          <a:prstGeom prst="rect">
            <a:avLst/>
          </a:prstGeom>
          <a:solidFill>
            <a:srgbClr val="F0F0F0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spc="-3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93" name="타원 77"/>
          <p:cNvSpPr/>
          <p:nvPr/>
        </p:nvSpPr>
        <p:spPr>
          <a:xfrm>
            <a:off x="1433409" y="3911917"/>
            <a:ext cx="509641" cy="311368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algn="ctr" fontAlgn="base"/>
            <a:endParaRPr kumimoji="1" lang="ko-KR" altLang="en-US" sz="1000" spc="-3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94" name="직사각형 93"/>
          <p:cNvSpPr>
            <a:spLocks noChangeArrowheads="1"/>
          </p:cNvSpPr>
          <p:nvPr/>
        </p:nvSpPr>
        <p:spPr bwMode="auto">
          <a:xfrm>
            <a:off x="4694364" y="3761462"/>
            <a:ext cx="1520597" cy="184666"/>
          </a:xfrm>
          <a:prstGeom prst="rect">
            <a:avLst/>
          </a:prstGeom>
          <a:noFill/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ctr" fontAlgn="ctr" latinLnBrk="0"/>
            <a:r>
              <a:rPr kumimoji="1" lang="ko-KR" altLang="en-US" sz="1200" dirty="0">
                <a:solidFill>
                  <a:srgbClr val="0093D4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강조 텍스트 </a:t>
            </a:r>
            <a:r>
              <a:rPr kumimoji="1" lang="ko-KR" altLang="en-US" sz="1200" dirty="0" smtClean="0">
                <a:solidFill>
                  <a:srgbClr val="0093D4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가운데</a:t>
            </a:r>
            <a:endParaRPr kumimoji="1" lang="ko-KR" altLang="en-US" sz="1200" dirty="0">
              <a:solidFill>
                <a:srgbClr val="0093D4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95" name="직사각형 94"/>
          <p:cNvSpPr>
            <a:spLocks noChangeArrowheads="1"/>
          </p:cNvSpPr>
          <p:nvPr/>
        </p:nvSpPr>
        <p:spPr bwMode="auto">
          <a:xfrm>
            <a:off x="4694364" y="3524770"/>
            <a:ext cx="1520597" cy="184666"/>
          </a:xfrm>
          <a:prstGeom prst="rect">
            <a:avLst/>
          </a:prstGeom>
          <a:noFill/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ctr" fontAlgn="ctr" latinLnBrk="0"/>
            <a:r>
              <a:rPr kumimoji="1" lang="ko-KR" altLang="en-US" sz="1200" dirty="0">
                <a:solidFill>
                  <a:srgbClr val="EB61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강조 </a:t>
            </a:r>
            <a:r>
              <a:rPr kumimoji="1" lang="ko-KR" altLang="en-US" sz="1200" dirty="0" smtClean="0">
                <a:solidFill>
                  <a:srgbClr val="EB61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텍스트 가운데 </a:t>
            </a:r>
            <a:endParaRPr kumimoji="1" lang="ko-KR" altLang="en-US" sz="1200" dirty="0">
              <a:solidFill>
                <a:srgbClr val="EB61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96" name="그룹 95"/>
          <p:cNvGrpSpPr/>
          <p:nvPr/>
        </p:nvGrpSpPr>
        <p:grpSpPr>
          <a:xfrm>
            <a:off x="1387874" y="6868244"/>
            <a:ext cx="622070" cy="352655"/>
            <a:chOff x="6396651" y="5040612"/>
            <a:chExt cx="622070" cy="352655"/>
          </a:xfrm>
        </p:grpSpPr>
        <p:sp>
          <p:nvSpPr>
            <p:cNvPr id="97" name="원통 96"/>
            <p:cNvSpPr/>
            <p:nvPr/>
          </p:nvSpPr>
          <p:spPr>
            <a:xfrm>
              <a:off x="6396651" y="5040612"/>
              <a:ext cx="622070" cy="352655"/>
            </a:xfrm>
            <a:prstGeom prst="can">
              <a:avLst>
                <a:gd name="adj" fmla="val 32066"/>
              </a:avLst>
            </a:prstGeom>
            <a:solidFill>
              <a:srgbClr val="0093D4"/>
            </a:solidFill>
            <a:ln>
              <a:solidFill>
                <a:schemeClr val="bg1"/>
              </a:solidFill>
            </a:ln>
            <a:effectLst/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ko-KR" altLang="en-US" sz="100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98" name="Rectangle 39"/>
            <p:cNvSpPr>
              <a:spLocks noChangeArrowheads="1"/>
            </p:cNvSpPr>
            <p:nvPr/>
          </p:nvSpPr>
          <p:spPr bwMode="gray">
            <a:xfrm>
              <a:off x="6619521" y="5195231"/>
              <a:ext cx="176330" cy="153888"/>
            </a:xfrm>
            <a:prstGeom prst="rect">
              <a:avLst/>
            </a:prstGeom>
            <a:noFill/>
            <a:extLst/>
          </p:spPr>
          <p:txBody>
            <a:bodyPr wrap="none" lIns="0" tIns="0" rIns="0" bIns="0" rtlCol="0" anchor="ctr">
              <a:spAutoFit/>
            </a:bodyPr>
            <a:lstStyle/>
            <a:p>
              <a:pPr algn="ctr" latinLnBrk="0"/>
              <a:r>
                <a:rPr lang="en-US" altLang="ko-KR" sz="1000" b="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Segoe UI" panose="020B0502040204020203" pitchFamily="34" charset="0"/>
                </a:rPr>
                <a:t>DB</a:t>
              </a:r>
              <a:endParaRPr lang="ko-KR" altLang="en-US" sz="1000" b="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Segoe UI" panose="020B0502040204020203" pitchFamily="34" charset="0"/>
              </a:endParaRPr>
            </a:p>
          </p:txBody>
        </p:sp>
      </p:grpSp>
      <p:grpSp>
        <p:nvGrpSpPr>
          <p:cNvPr id="99" name="그룹 98"/>
          <p:cNvGrpSpPr/>
          <p:nvPr/>
        </p:nvGrpSpPr>
        <p:grpSpPr>
          <a:xfrm>
            <a:off x="1387874" y="6439619"/>
            <a:ext cx="622070" cy="352655"/>
            <a:chOff x="7158651" y="5040612"/>
            <a:chExt cx="622070" cy="352655"/>
          </a:xfrm>
        </p:grpSpPr>
        <p:sp>
          <p:nvSpPr>
            <p:cNvPr id="100" name="원통 99"/>
            <p:cNvSpPr/>
            <p:nvPr/>
          </p:nvSpPr>
          <p:spPr>
            <a:xfrm>
              <a:off x="7158651" y="5040612"/>
              <a:ext cx="622070" cy="352655"/>
            </a:xfrm>
            <a:prstGeom prst="can">
              <a:avLst>
                <a:gd name="adj" fmla="val 32066"/>
              </a:avLst>
            </a:prstGeom>
            <a:solidFill>
              <a:srgbClr val="CCCCCC"/>
            </a:solidFill>
            <a:ln>
              <a:solidFill>
                <a:schemeClr val="bg1"/>
              </a:solidFill>
            </a:ln>
            <a:effectLst/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ko-KR" altLang="en-US" sz="100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101" name="Rectangle 39"/>
            <p:cNvSpPr>
              <a:spLocks noChangeArrowheads="1"/>
            </p:cNvSpPr>
            <p:nvPr/>
          </p:nvSpPr>
          <p:spPr bwMode="gray">
            <a:xfrm>
              <a:off x="7381521" y="5195231"/>
              <a:ext cx="176330" cy="153888"/>
            </a:xfrm>
            <a:prstGeom prst="rect">
              <a:avLst/>
            </a:prstGeom>
            <a:noFill/>
            <a:extLst/>
          </p:spPr>
          <p:txBody>
            <a:bodyPr wrap="none" lIns="0" tIns="0" rIns="0" bIns="0" rtlCol="0" anchor="ctr">
              <a:spAutoFit/>
            </a:bodyPr>
            <a:lstStyle/>
            <a:p>
              <a:pPr algn="ctr" latinLnBrk="0"/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Segoe UI" panose="020B0502040204020203" pitchFamily="34" charset="0"/>
                </a:rPr>
                <a:t>DB</a:t>
              </a:r>
              <a:endPara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Segoe UI" panose="020B0502040204020203" pitchFamily="34" charset="0"/>
              </a:endParaRPr>
            </a:p>
          </p:txBody>
        </p:sp>
      </p:grpSp>
      <p:grpSp>
        <p:nvGrpSpPr>
          <p:cNvPr id="102" name="그룹 101"/>
          <p:cNvGrpSpPr/>
          <p:nvPr/>
        </p:nvGrpSpPr>
        <p:grpSpPr>
          <a:xfrm>
            <a:off x="4794558" y="6601077"/>
            <a:ext cx="732692" cy="485250"/>
            <a:chOff x="4764821" y="6792745"/>
            <a:chExt cx="732692" cy="485250"/>
          </a:xfrm>
        </p:grpSpPr>
        <p:sp>
          <p:nvSpPr>
            <p:cNvPr id="103" name="Freeform 9"/>
            <p:cNvSpPr>
              <a:spLocks/>
            </p:cNvSpPr>
            <p:nvPr/>
          </p:nvSpPr>
          <p:spPr bwMode="auto">
            <a:xfrm>
              <a:off x="4764821" y="6792745"/>
              <a:ext cx="732692" cy="485250"/>
            </a:xfrm>
            <a:custGeom>
              <a:avLst/>
              <a:gdLst>
                <a:gd name="T0" fmla="*/ 0 w 386"/>
                <a:gd name="T1" fmla="*/ 128 h 254"/>
                <a:gd name="T2" fmla="*/ 68 w 386"/>
                <a:gd name="T3" fmla="*/ 60 h 254"/>
                <a:gd name="T4" fmla="*/ 74 w 386"/>
                <a:gd name="T5" fmla="*/ 60 h 254"/>
                <a:gd name="T6" fmla="*/ 156 w 386"/>
                <a:gd name="T7" fmla="*/ 0 h 254"/>
                <a:gd name="T8" fmla="*/ 229 w 386"/>
                <a:gd name="T9" fmla="*/ 38 h 254"/>
                <a:gd name="T10" fmla="*/ 262 w 386"/>
                <a:gd name="T11" fmla="*/ 30 h 254"/>
                <a:gd name="T12" fmla="*/ 324 w 386"/>
                <a:gd name="T13" fmla="*/ 77 h 254"/>
                <a:gd name="T14" fmla="*/ 330 w 386"/>
                <a:gd name="T15" fmla="*/ 77 h 254"/>
                <a:gd name="T16" fmla="*/ 386 w 386"/>
                <a:gd name="T17" fmla="*/ 133 h 254"/>
                <a:gd name="T18" fmla="*/ 334 w 386"/>
                <a:gd name="T19" fmla="*/ 189 h 254"/>
                <a:gd name="T20" fmla="*/ 254 w 386"/>
                <a:gd name="T21" fmla="*/ 237 h 254"/>
                <a:gd name="T22" fmla="*/ 215 w 386"/>
                <a:gd name="T23" fmla="*/ 228 h 254"/>
                <a:gd name="T24" fmla="*/ 149 w 386"/>
                <a:gd name="T25" fmla="*/ 254 h 254"/>
                <a:gd name="T26" fmla="*/ 60 w 386"/>
                <a:gd name="T27" fmla="*/ 195 h 254"/>
                <a:gd name="T28" fmla="*/ 0 w 386"/>
                <a:gd name="T29" fmla="*/ 128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86" h="254">
                  <a:moveTo>
                    <a:pt x="0" y="128"/>
                  </a:moveTo>
                  <a:cubicBezTo>
                    <a:pt x="0" y="90"/>
                    <a:pt x="30" y="60"/>
                    <a:pt x="68" y="60"/>
                  </a:cubicBezTo>
                  <a:cubicBezTo>
                    <a:pt x="70" y="60"/>
                    <a:pt x="72" y="60"/>
                    <a:pt x="74" y="60"/>
                  </a:cubicBezTo>
                  <a:cubicBezTo>
                    <a:pt x="81" y="26"/>
                    <a:pt x="115" y="0"/>
                    <a:pt x="156" y="0"/>
                  </a:cubicBezTo>
                  <a:cubicBezTo>
                    <a:pt x="188" y="0"/>
                    <a:pt x="216" y="16"/>
                    <a:pt x="229" y="38"/>
                  </a:cubicBezTo>
                  <a:cubicBezTo>
                    <a:pt x="239" y="33"/>
                    <a:pt x="250" y="30"/>
                    <a:pt x="262" y="30"/>
                  </a:cubicBezTo>
                  <a:cubicBezTo>
                    <a:pt x="291" y="30"/>
                    <a:pt x="316" y="50"/>
                    <a:pt x="324" y="77"/>
                  </a:cubicBezTo>
                  <a:cubicBezTo>
                    <a:pt x="326" y="77"/>
                    <a:pt x="328" y="77"/>
                    <a:pt x="330" y="77"/>
                  </a:cubicBezTo>
                  <a:cubicBezTo>
                    <a:pt x="361" y="77"/>
                    <a:pt x="386" y="102"/>
                    <a:pt x="386" y="133"/>
                  </a:cubicBezTo>
                  <a:cubicBezTo>
                    <a:pt x="386" y="162"/>
                    <a:pt x="363" y="187"/>
                    <a:pt x="334" y="189"/>
                  </a:cubicBezTo>
                  <a:cubicBezTo>
                    <a:pt x="319" y="218"/>
                    <a:pt x="289" y="237"/>
                    <a:pt x="254" y="237"/>
                  </a:cubicBezTo>
                  <a:cubicBezTo>
                    <a:pt x="240" y="237"/>
                    <a:pt x="227" y="234"/>
                    <a:pt x="215" y="228"/>
                  </a:cubicBezTo>
                  <a:cubicBezTo>
                    <a:pt x="197" y="244"/>
                    <a:pt x="174" y="254"/>
                    <a:pt x="149" y="254"/>
                  </a:cubicBezTo>
                  <a:cubicBezTo>
                    <a:pt x="109" y="254"/>
                    <a:pt x="75" y="230"/>
                    <a:pt x="60" y="195"/>
                  </a:cubicBezTo>
                  <a:cubicBezTo>
                    <a:pt x="26" y="192"/>
                    <a:pt x="0" y="163"/>
                    <a:pt x="0" y="128"/>
                  </a:cubicBezTo>
                  <a:close/>
                </a:path>
              </a:pathLst>
            </a:custGeom>
            <a:solidFill>
              <a:srgbClr val="0093D4"/>
            </a:solidFill>
            <a:ln>
              <a:noFill/>
            </a:ln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 fontAlgn="base" latinLnBrk="0">
                <a:buClr>
                  <a:srgbClr val="969696"/>
                </a:buClr>
              </a:pPr>
              <a:endParaRPr lang="ko-KR" altLang="en-US" sz="100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04" name="직사각형 103"/>
            <p:cNvSpPr/>
            <p:nvPr/>
          </p:nvSpPr>
          <p:spPr bwMode="gray">
            <a:xfrm>
              <a:off x="4916217" y="6958427"/>
              <a:ext cx="412969" cy="15388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 latinLnBrk="0"/>
              <a:r>
                <a:rPr lang="ko-KR" altLang="en-US" sz="1000" dirty="0" smtClean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Segoe UI" panose="020B0502040204020203" pitchFamily="34" charset="0"/>
                </a:rPr>
                <a:t>인터넷</a:t>
              </a:r>
              <a:endParaRPr lang="en-US" altLang="ko-KR" sz="10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Segoe UI" panose="020B0502040204020203" pitchFamily="34" charset="0"/>
              </a:endParaRPr>
            </a:p>
          </p:txBody>
        </p:sp>
      </p:grpSp>
      <p:grpSp>
        <p:nvGrpSpPr>
          <p:cNvPr id="105" name="그룹 104"/>
          <p:cNvGrpSpPr/>
          <p:nvPr/>
        </p:nvGrpSpPr>
        <p:grpSpPr>
          <a:xfrm>
            <a:off x="3972711" y="6601759"/>
            <a:ext cx="733892" cy="483886"/>
            <a:chOff x="3942974" y="6793427"/>
            <a:chExt cx="733892" cy="483886"/>
          </a:xfrm>
        </p:grpSpPr>
        <p:sp>
          <p:nvSpPr>
            <p:cNvPr id="106" name="Freeform 18"/>
            <p:cNvSpPr>
              <a:spLocks noEditPoints="1"/>
            </p:cNvSpPr>
            <p:nvPr/>
          </p:nvSpPr>
          <p:spPr bwMode="auto">
            <a:xfrm>
              <a:off x="3942974" y="6793427"/>
              <a:ext cx="733892" cy="483886"/>
            </a:xfrm>
            <a:custGeom>
              <a:avLst/>
              <a:gdLst>
                <a:gd name="T0" fmla="*/ 156 w 386"/>
                <a:gd name="T1" fmla="*/ 16 h 254"/>
                <a:gd name="T2" fmla="*/ 216 w 386"/>
                <a:gd name="T3" fmla="*/ 47 h 254"/>
                <a:gd name="T4" fmla="*/ 224 w 386"/>
                <a:gd name="T5" fmla="*/ 61 h 254"/>
                <a:gd name="T6" fmla="*/ 237 w 386"/>
                <a:gd name="T7" fmla="*/ 53 h 254"/>
                <a:gd name="T8" fmla="*/ 262 w 386"/>
                <a:gd name="T9" fmla="*/ 46 h 254"/>
                <a:gd name="T10" fmla="*/ 309 w 386"/>
                <a:gd name="T11" fmla="*/ 82 h 254"/>
                <a:gd name="T12" fmla="*/ 313 w 386"/>
                <a:gd name="T13" fmla="*/ 95 h 254"/>
                <a:gd name="T14" fmla="*/ 326 w 386"/>
                <a:gd name="T15" fmla="*/ 93 h 254"/>
                <a:gd name="T16" fmla="*/ 330 w 386"/>
                <a:gd name="T17" fmla="*/ 93 h 254"/>
                <a:gd name="T18" fmla="*/ 370 w 386"/>
                <a:gd name="T19" fmla="*/ 133 h 254"/>
                <a:gd name="T20" fmla="*/ 333 w 386"/>
                <a:gd name="T21" fmla="*/ 173 h 254"/>
                <a:gd name="T22" fmla="*/ 324 w 386"/>
                <a:gd name="T23" fmla="*/ 174 h 254"/>
                <a:gd name="T24" fmla="*/ 320 w 386"/>
                <a:gd name="T25" fmla="*/ 182 h 254"/>
                <a:gd name="T26" fmla="*/ 254 w 386"/>
                <a:gd name="T27" fmla="*/ 221 h 254"/>
                <a:gd name="T28" fmla="*/ 222 w 386"/>
                <a:gd name="T29" fmla="*/ 214 h 254"/>
                <a:gd name="T30" fmla="*/ 212 w 386"/>
                <a:gd name="T31" fmla="*/ 209 h 254"/>
                <a:gd name="T32" fmla="*/ 204 w 386"/>
                <a:gd name="T33" fmla="*/ 217 h 254"/>
                <a:gd name="T34" fmla="*/ 149 w 386"/>
                <a:gd name="T35" fmla="*/ 238 h 254"/>
                <a:gd name="T36" fmla="*/ 75 w 386"/>
                <a:gd name="T37" fmla="*/ 190 h 254"/>
                <a:gd name="T38" fmla="*/ 72 w 386"/>
                <a:gd name="T39" fmla="*/ 181 h 254"/>
                <a:gd name="T40" fmla="*/ 62 w 386"/>
                <a:gd name="T41" fmla="*/ 180 h 254"/>
                <a:gd name="T42" fmla="*/ 16 w 386"/>
                <a:gd name="T43" fmla="*/ 128 h 254"/>
                <a:gd name="T44" fmla="*/ 68 w 386"/>
                <a:gd name="T45" fmla="*/ 76 h 254"/>
                <a:gd name="T46" fmla="*/ 73 w 386"/>
                <a:gd name="T47" fmla="*/ 76 h 254"/>
                <a:gd name="T48" fmla="*/ 87 w 386"/>
                <a:gd name="T49" fmla="*/ 77 h 254"/>
                <a:gd name="T50" fmla="*/ 90 w 386"/>
                <a:gd name="T51" fmla="*/ 63 h 254"/>
                <a:gd name="T52" fmla="*/ 156 w 386"/>
                <a:gd name="T53" fmla="*/ 16 h 254"/>
                <a:gd name="T54" fmla="*/ 156 w 386"/>
                <a:gd name="T55" fmla="*/ 0 h 254"/>
                <a:gd name="T56" fmla="*/ 74 w 386"/>
                <a:gd name="T57" fmla="*/ 60 h 254"/>
                <a:gd name="T58" fmla="*/ 68 w 386"/>
                <a:gd name="T59" fmla="*/ 60 h 254"/>
                <a:gd name="T60" fmla="*/ 0 w 386"/>
                <a:gd name="T61" fmla="*/ 128 h 254"/>
                <a:gd name="T62" fmla="*/ 60 w 386"/>
                <a:gd name="T63" fmla="*/ 196 h 254"/>
                <a:gd name="T64" fmla="*/ 149 w 386"/>
                <a:gd name="T65" fmla="*/ 254 h 254"/>
                <a:gd name="T66" fmla="*/ 215 w 386"/>
                <a:gd name="T67" fmla="*/ 228 h 254"/>
                <a:gd name="T68" fmla="*/ 254 w 386"/>
                <a:gd name="T69" fmla="*/ 237 h 254"/>
                <a:gd name="T70" fmla="*/ 334 w 386"/>
                <a:gd name="T71" fmla="*/ 189 h 254"/>
                <a:gd name="T72" fmla="*/ 386 w 386"/>
                <a:gd name="T73" fmla="*/ 133 h 254"/>
                <a:gd name="T74" fmla="*/ 330 w 386"/>
                <a:gd name="T75" fmla="*/ 77 h 254"/>
                <a:gd name="T76" fmla="*/ 324 w 386"/>
                <a:gd name="T77" fmla="*/ 77 h 254"/>
                <a:gd name="T78" fmla="*/ 262 w 386"/>
                <a:gd name="T79" fmla="*/ 30 h 254"/>
                <a:gd name="T80" fmla="*/ 229 w 386"/>
                <a:gd name="T81" fmla="*/ 39 h 254"/>
                <a:gd name="T82" fmla="*/ 156 w 386"/>
                <a:gd name="T83" fmla="*/ 0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86" h="254">
                  <a:moveTo>
                    <a:pt x="156" y="16"/>
                  </a:moveTo>
                  <a:cubicBezTo>
                    <a:pt x="181" y="16"/>
                    <a:pt x="204" y="28"/>
                    <a:pt x="216" y="47"/>
                  </a:cubicBezTo>
                  <a:cubicBezTo>
                    <a:pt x="224" y="61"/>
                    <a:pt x="224" y="61"/>
                    <a:pt x="224" y="61"/>
                  </a:cubicBezTo>
                  <a:cubicBezTo>
                    <a:pt x="237" y="53"/>
                    <a:pt x="237" y="53"/>
                    <a:pt x="237" y="53"/>
                  </a:cubicBezTo>
                  <a:cubicBezTo>
                    <a:pt x="245" y="48"/>
                    <a:pt x="253" y="46"/>
                    <a:pt x="262" y="46"/>
                  </a:cubicBezTo>
                  <a:cubicBezTo>
                    <a:pt x="283" y="46"/>
                    <a:pt x="302" y="60"/>
                    <a:pt x="309" y="82"/>
                  </a:cubicBezTo>
                  <a:cubicBezTo>
                    <a:pt x="313" y="95"/>
                    <a:pt x="313" y="95"/>
                    <a:pt x="313" y="95"/>
                  </a:cubicBezTo>
                  <a:cubicBezTo>
                    <a:pt x="326" y="93"/>
                    <a:pt x="326" y="93"/>
                    <a:pt x="326" y="93"/>
                  </a:cubicBezTo>
                  <a:cubicBezTo>
                    <a:pt x="328" y="93"/>
                    <a:pt x="329" y="93"/>
                    <a:pt x="330" y="93"/>
                  </a:cubicBezTo>
                  <a:cubicBezTo>
                    <a:pt x="352" y="93"/>
                    <a:pt x="370" y="111"/>
                    <a:pt x="370" y="133"/>
                  </a:cubicBezTo>
                  <a:cubicBezTo>
                    <a:pt x="370" y="154"/>
                    <a:pt x="354" y="172"/>
                    <a:pt x="333" y="173"/>
                  </a:cubicBezTo>
                  <a:cubicBezTo>
                    <a:pt x="324" y="174"/>
                    <a:pt x="324" y="174"/>
                    <a:pt x="324" y="174"/>
                  </a:cubicBezTo>
                  <a:cubicBezTo>
                    <a:pt x="320" y="182"/>
                    <a:pt x="320" y="182"/>
                    <a:pt x="320" y="182"/>
                  </a:cubicBezTo>
                  <a:cubicBezTo>
                    <a:pt x="307" y="206"/>
                    <a:pt x="282" y="221"/>
                    <a:pt x="254" y="221"/>
                  </a:cubicBezTo>
                  <a:cubicBezTo>
                    <a:pt x="243" y="221"/>
                    <a:pt x="232" y="219"/>
                    <a:pt x="222" y="214"/>
                  </a:cubicBezTo>
                  <a:cubicBezTo>
                    <a:pt x="212" y="209"/>
                    <a:pt x="212" y="209"/>
                    <a:pt x="212" y="209"/>
                  </a:cubicBezTo>
                  <a:cubicBezTo>
                    <a:pt x="204" y="217"/>
                    <a:pt x="204" y="217"/>
                    <a:pt x="204" y="217"/>
                  </a:cubicBezTo>
                  <a:cubicBezTo>
                    <a:pt x="189" y="231"/>
                    <a:pt x="169" y="238"/>
                    <a:pt x="149" y="238"/>
                  </a:cubicBezTo>
                  <a:cubicBezTo>
                    <a:pt x="117" y="238"/>
                    <a:pt x="88" y="219"/>
                    <a:pt x="75" y="190"/>
                  </a:cubicBezTo>
                  <a:cubicBezTo>
                    <a:pt x="72" y="181"/>
                    <a:pt x="72" y="181"/>
                    <a:pt x="72" y="181"/>
                  </a:cubicBezTo>
                  <a:cubicBezTo>
                    <a:pt x="62" y="180"/>
                    <a:pt x="62" y="180"/>
                    <a:pt x="62" y="180"/>
                  </a:cubicBezTo>
                  <a:cubicBezTo>
                    <a:pt x="36" y="177"/>
                    <a:pt x="16" y="155"/>
                    <a:pt x="16" y="128"/>
                  </a:cubicBezTo>
                  <a:cubicBezTo>
                    <a:pt x="16" y="99"/>
                    <a:pt x="39" y="76"/>
                    <a:pt x="68" y="76"/>
                  </a:cubicBezTo>
                  <a:cubicBezTo>
                    <a:pt x="69" y="76"/>
                    <a:pt x="71" y="76"/>
                    <a:pt x="73" y="76"/>
                  </a:cubicBezTo>
                  <a:cubicBezTo>
                    <a:pt x="87" y="77"/>
                    <a:pt x="87" y="77"/>
                    <a:pt x="87" y="77"/>
                  </a:cubicBezTo>
                  <a:cubicBezTo>
                    <a:pt x="90" y="63"/>
                    <a:pt x="90" y="63"/>
                    <a:pt x="90" y="63"/>
                  </a:cubicBezTo>
                  <a:cubicBezTo>
                    <a:pt x="95" y="36"/>
                    <a:pt x="123" y="16"/>
                    <a:pt x="156" y="16"/>
                  </a:cubicBezTo>
                  <a:moveTo>
                    <a:pt x="156" y="0"/>
                  </a:moveTo>
                  <a:cubicBezTo>
                    <a:pt x="115" y="0"/>
                    <a:pt x="81" y="26"/>
                    <a:pt x="74" y="60"/>
                  </a:cubicBezTo>
                  <a:cubicBezTo>
                    <a:pt x="72" y="60"/>
                    <a:pt x="70" y="60"/>
                    <a:pt x="68" y="60"/>
                  </a:cubicBezTo>
                  <a:cubicBezTo>
                    <a:pt x="30" y="60"/>
                    <a:pt x="0" y="90"/>
                    <a:pt x="0" y="128"/>
                  </a:cubicBezTo>
                  <a:cubicBezTo>
                    <a:pt x="0" y="163"/>
                    <a:pt x="26" y="192"/>
                    <a:pt x="60" y="196"/>
                  </a:cubicBezTo>
                  <a:cubicBezTo>
                    <a:pt x="75" y="230"/>
                    <a:pt x="109" y="254"/>
                    <a:pt x="149" y="254"/>
                  </a:cubicBezTo>
                  <a:cubicBezTo>
                    <a:pt x="174" y="254"/>
                    <a:pt x="197" y="244"/>
                    <a:pt x="215" y="228"/>
                  </a:cubicBezTo>
                  <a:cubicBezTo>
                    <a:pt x="227" y="234"/>
                    <a:pt x="240" y="237"/>
                    <a:pt x="254" y="237"/>
                  </a:cubicBezTo>
                  <a:cubicBezTo>
                    <a:pt x="289" y="237"/>
                    <a:pt x="319" y="218"/>
                    <a:pt x="334" y="189"/>
                  </a:cubicBezTo>
                  <a:cubicBezTo>
                    <a:pt x="363" y="187"/>
                    <a:pt x="386" y="163"/>
                    <a:pt x="386" y="133"/>
                  </a:cubicBezTo>
                  <a:cubicBezTo>
                    <a:pt x="386" y="102"/>
                    <a:pt x="361" y="77"/>
                    <a:pt x="330" y="77"/>
                  </a:cubicBezTo>
                  <a:cubicBezTo>
                    <a:pt x="328" y="77"/>
                    <a:pt x="326" y="77"/>
                    <a:pt x="324" y="77"/>
                  </a:cubicBezTo>
                  <a:cubicBezTo>
                    <a:pt x="316" y="50"/>
                    <a:pt x="291" y="30"/>
                    <a:pt x="262" y="30"/>
                  </a:cubicBezTo>
                  <a:cubicBezTo>
                    <a:pt x="250" y="30"/>
                    <a:pt x="239" y="33"/>
                    <a:pt x="229" y="39"/>
                  </a:cubicBezTo>
                  <a:cubicBezTo>
                    <a:pt x="216" y="16"/>
                    <a:pt x="188" y="0"/>
                    <a:pt x="156" y="0"/>
                  </a:cubicBezTo>
                  <a:close/>
                </a:path>
              </a:pathLst>
            </a:custGeom>
            <a:solidFill>
              <a:srgbClr val="0093D4"/>
            </a:solidFill>
            <a:ln>
              <a:noFill/>
            </a:ln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 fontAlgn="base" latinLnBrk="0">
                <a:buClr>
                  <a:srgbClr val="969696"/>
                </a:buClr>
              </a:pPr>
              <a:endParaRPr lang="ko-KR" altLang="en-US" sz="100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07" name="직사각형 106"/>
            <p:cNvSpPr/>
            <p:nvPr/>
          </p:nvSpPr>
          <p:spPr bwMode="gray">
            <a:xfrm>
              <a:off x="4094970" y="6958427"/>
              <a:ext cx="412969" cy="15388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 latinLnBrk="0"/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Segoe UI" panose="020B0502040204020203" pitchFamily="34" charset="0"/>
                </a:rPr>
                <a:t>인터넷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08" name="Freeform 2311"/>
          <p:cNvSpPr>
            <a:spLocks noEditPoints="1"/>
          </p:cNvSpPr>
          <p:nvPr/>
        </p:nvSpPr>
        <p:spPr bwMode="auto">
          <a:xfrm>
            <a:off x="6121990" y="5958945"/>
            <a:ext cx="148380" cy="300379"/>
          </a:xfrm>
          <a:custGeom>
            <a:avLst/>
            <a:gdLst>
              <a:gd name="T0" fmla="*/ 297 w 348"/>
              <a:gd name="T1" fmla="*/ 0 h 705"/>
              <a:gd name="T2" fmla="*/ 46 w 348"/>
              <a:gd name="T3" fmla="*/ 0 h 705"/>
              <a:gd name="T4" fmla="*/ 0 w 348"/>
              <a:gd name="T5" fmla="*/ 50 h 705"/>
              <a:gd name="T6" fmla="*/ 0 w 348"/>
              <a:gd name="T7" fmla="*/ 655 h 705"/>
              <a:gd name="T8" fmla="*/ 46 w 348"/>
              <a:gd name="T9" fmla="*/ 705 h 705"/>
              <a:gd name="T10" fmla="*/ 297 w 348"/>
              <a:gd name="T11" fmla="*/ 705 h 705"/>
              <a:gd name="T12" fmla="*/ 348 w 348"/>
              <a:gd name="T13" fmla="*/ 655 h 705"/>
              <a:gd name="T14" fmla="*/ 348 w 348"/>
              <a:gd name="T15" fmla="*/ 50 h 705"/>
              <a:gd name="T16" fmla="*/ 297 w 348"/>
              <a:gd name="T17" fmla="*/ 0 h 705"/>
              <a:gd name="T18" fmla="*/ 331 w 348"/>
              <a:gd name="T19" fmla="*/ 631 h 705"/>
              <a:gd name="T20" fmla="*/ 304 w 348"/>
              <a:gd name="T21" fmla="*/ 664 h 705"/>
              <a:gd name="T22" fmla="*/ 48 w 348"/>
              <a:gd name="T23" fmla="*/ 664 h 705"/>
              <a:gd name="T24" fmla="*/ 17 w 348"/>
              <a:gd name="T25" fmla="*/ 631 h 705"/>
              <a:gd name="T26" fmla="*/ 17 w 348"/>
              <a:gd name="T27" fmla="*/ 74 h 705"/>
              <a:gd name="T28" fmla="*/ 48 w 348"/>
              <a:gd name="T29" fmla="*/ 42 h 705"/>
              <a:gd name="T30" fmla="*/ 304 w 348"/>
              <a:gd name="T31" fmla="*/ 42 h 705"/>
              <a:gd name="T32" fmla="*/ 331 w 348"/>
              <a:gd name="T33" fmla="*/ 74 h 705"/>
              <a:gd name="T34" fmla="*/ 331 w 348"/>
              <a:gd name="T35" fmla="*/ 631 h 7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48" h="705">
                <a:moveTo>
                  <a:pt x="297" y="0"/>
                </a:moveTo>
                <a:cubicBezTo>
                  <a:pt x="297" y="0"/>
                  <a:pt x="297" y="0"/>
                  <a:pt x="46" y="0"/>
                </a:cubicBezTo>
                <a:cubicBezTo>
                  <a:pt x="21" y="0"/>
                  <a:pt x="0" y="21"/>
                  <a:pt x="0" y="50"/>
                </a:cubicBezTo>
                <a:cubicBezTo>
                  <a:pt x="0" y="61"/>
                  <a:pt x="0" y="144"/>
                  <a:pt x="0" y="655"/>
                </a:cubicBezTo>
                <a:cubicBezTo>
                  <a:pt x="0" y="684"/>
                  <a:pt x="21" y="705"/>
                  <a:pt x="46" y="705"/>
                </a:cubicBezTo>
                <a:cubicBezTo>
                  <a:pt x="46" y="705"/>
                  <a:pt x="46" y="705"/>
                  <a:pt x="297" y="705"/>
                </a:cubicBezTo>
                <a:cubicBezTo>
                  <a:pt x="327" y="705"/>
                  <a:pt x="348" y="684"/>
                  <a:pt x="348" y="655"/>
                </a:cubicBezTo>
                <a:cubicBezTo>
                  <a:pt x="348" y="644"/>
                  <a:pt x="348" y="561"/>
                  <a:pt x="348" y="50"/>
                </a:cubicBezTo>
                <a:cubicBezTo>
                  <a:pt x="348" y="21"/>
                  <a:pt x="327" y="0"/>
                  <a:pt x="297" y="0"/>
                </a:cubicBezTo>
                <a:close/>
                <a:moveTo>
                  <a:pt x="331" y="631"/>
                </a:moveTo>
                <a:cubicBezTo>
                  <a:pt x="331" y="647"/>
                  <a:pt x="319" y="664"/>
                  <a:pt x="304" y="664"/>
                </a:cubicBezTo>
                <a:cubicBezTo>
                  <a:pt x="48" y="664"/>
                  <a:pt x="48" y="664"/>
                  <a:pt x="48" y="664"/>
                </a:cubicBezTo>
                <a:cubicBezTo>
                  <a:pt x="32" y="664"/>
                  <a:pt x="17" y="647"/>
                  <a:pt x="17" y="631"/>
                </a:cubicBezTo>
                <a:cubicBezTo>
                  <a:pt x="17" y="167"/>
                  <a:pt x="17" y="86"/>
                  <a:pt x="17" y="74"/>
                </a:cubicBezTo>
                <a:cubicBezTo>
                  <a:pt x="17" y="54"/>
                  <a:pt x="32" y="42"/>
                  <a:pt x="48" y="42"/>
                </a:cubicBezTo>
                <a:cubicBezTo>
                  <a:pt x="304" y="42"/>
                  <a:pt x="304" y="42"/>
                  <a:pt x="304" y="42"/>
                </a:cubicBezTo>
                <a:cubicBezTo>
                  <a:pt x="319" y="42"/>
                  <a:pt x="331" y="54"/>
                  <a:pt x="331" y="74"/>
                </a:cubicBezTo>
                <a:cubicBezTo>
                  <a:pt x="331" y="539"/>
                  <a:pt x="331" y="619"/>
                  <a:pt x="331" y="631"/>
                </a:cubicBez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9" name="Freeform 2312"/>
          <p:cNvSpPr>
            <a:spLocks noEditPoints="1"/>
          </p:cNvSpPr>
          <p:nvPr/>
        </p:nvSpPr>
        <p:spPr bwMode="auto">
          <a:xfrm>
            <a:off x="4741756" y="5821422"/>
            <a:ext cx="601481" cy="437902"/>
          </a:xfrm>
          <a:custGeom>
            <a:avLst/>
            <a:gdLst>
              <a:gd name="T0" fmla="*/ 831 w 831"/>
              <a:gd name="T1" fmla="*/ 511 h 605"/>
              <a:gd name="T2" fmla="*/ 831 w 831"/>
              <a:gd name="T3" fmla="*/ 0 h 605"/>
              <a:gd name="T4" fmla="*/ 0 w 831"/>
              <a:gd name="T5" fmla="*/ 0 h 605"/>
              <a:gd name="T6" fmla="*/ 0 w 831"/>
              <a:gd name="T7" fmla="*/ 511 h 605"/>
              <a:gd name="T8" fmla="*/ 396 w 831"/>
              <a:gd name="T9" fmla="*/ 511 h 605"/>
              <a:gd name="T10" fmla="*/ 396 w 831"/>
              <a:gd name="T11" fmla="*/ 568 h 605"/>
              <a:gd name="T12" fmla="*/ 155 w 831"/>
              <a:gd name="T13" fmla="*/ 585 h 605"/>
              <a:gd name="T14" fmla="*/ 145 w 831"/>
              <a:gd name="T15" fmla="*/ 605 h 605"/>
              <a:gd name="T16" fmla="*/ 416 w 831"/>
              <a:gd name="T17" fmla="*/ 595 h 605"/>
              <a:gd name="T18" fmla="*/ 687 w 831"/>
              <a:gd name="T19" fmla="*/ 605 h 605"/>
              <a:gd name="T20" fmla="*/ 677 w 831"/>
              <a:gd name="T21" fmla="*/ 585 h 605"/>
              <a:gd name="T22" fmla="*/ 436 w 831"/>
              <a:gd name="T23" fmla="*/ 568 h 605"/>
              <a:gd name="T24" fmla="*/ 436 w 831"/>
              <a:gd name="T25" fmla="*/ 511 h 605"/>
              <a:gd name="T26" fmla="*/ 831 w 831"/>
              <a:gd name="T27" fmla="*/ 511 h 605"/>
              <a:gd name="T28" fmla="*/ 30 w 831"/>
              <a:gd name="T29" fmla="*/ 482 h 605"/>
              <a:gd name="T30" fmla="*/ 30 w 831"/>
              <a:gd name="T31" fmla="*/ 29 h 605"/>
              <a:gd name="T32" fmla="*/ 801 w 831"/>
              <a:gd name="T33" fmla="*/ 29 h 605"/>
              <a:gd name="T34" fmla="*/ 801 w 831"/>
              <a:gd name="T35" fmla="*/ 482 h 605"/>
              <a:gd name="T36" fmla="*/ 30 w 831"/>
              <a:gd name="T37" fmla="*/ 482 h 6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31" h="605">
                <a:moveTo>
                  <a:pt x="831" y="511"/>
                </a:moveTo>
                <a:lnTo>
                  <a:pt x="831" y="0"/>
                </a:lnTo>
                <a:lnTo>
                  <a:pt x="0" y="0"/>
                </a:lnTo>
                <a:lnTo>
                  <a:pt x="0" y="511"/>
                </a:lnTo>
                <a:lnTo>
                  <a:pt x="396" y="511"/>
                </a:lnTo>
                <a:lnTo>
                  <a:pt x="396" y="568"/>
                </a:lnTo>
                <a:lnTo>
                  <a:pt x="155" y="585"/>
                </a:lnTo>
                <a:lnTo>
                  <a:pt x="145" y="605"/>
                </a:lnTo>
                <a:lnTo>
                  <a:pt x="416" y="595"/>
                </a:lnTo>
                <a:lnTo>
                  <a:pt x="687" y="605"/>
                </a:lnTo>
                <a:lnTo>
                  <a:pt x="677" y="585"/>
                </a:lnTo>
                <a:lnTo>
                  <a:pt x="436" y="568"/>
                </a:lnTo>
                <a:lnTo>
                  <a:pt x="436" y="511"/>
                </a:lnTo>
                <a:lnTo>
                  <a:pt x="831" y="511"/>
                </a:lnTo>
                <a:close/>
                <a:moveTo>
                  <a:pt x="30" y="482"/>
                </a:moveTo>
                <a:lnTo>
                  <a:pt x="30" y="29"/>
                </a:lnTo>
                <a:lnTo>
                  <a:pt x="801" y="29"/>
                </a:lnTo>
                <a:lnTo>
                  <a:pt x="801" y="482"/>
                </a:lnTo>
                <a:lnTo>
                  <a:pt x="30" y="482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110" name="그룹 109"/>
          <p:cNvGrpSpPr/>
          <p:nvPr/>
        </p:nvGrpSpPr>
        <p:grpSpPr>
          <a:xfrm>
            <a:off x="5413054" y="5893079"/>
            <a:ext cx="639119" cy="366245"/>
            <a:chOff x="8916987" y="1719263"/>
            <a:chExt cx="1401762" cy="803275"/>
          </a:xfrm>
        </p:grpSpPr>
        <p:sp>
          <p:nvSpPr>
            <p:cNvPr id="111" name="Freeform 2313"/>
            <p:cNvSpPr>
              <a:spLocks/>
            </p:cNvSpPr>
            <p:nvPr/>
          </p:nvSpPr>
          <p:spPr bwMode="auto">
            <a:xfrm>
              <a:off x="8916987" y="2466975"/>
              <a:ext cx="1401762" cy="55563"/>
            </a:xfrm>
            <a:custGeom>
              <a:avLst/>
              <a:gdLst>
                <a:gd name="T0" fmla="*/ 1490 w 1501"/>
                <a:gd name="T1" fmla="*/ 0 h 60"/>
                <a:gd name="T2" fmla="*/ 12 w 1501"/>
                <a:gd name="T3" fmla="*/ 0 h 60"/>
                <a:gd name="T4" fmla="*/ 0 w 1501"/>
                <a:gd name="T5" fmla="*/ 6 h 60"/>
                <a:gd name="T6" fmla="*/ 115 w 1501"/>
                <a:gd name="T7" fmla="*/ 60 h 60"/>
                <a:gd name="T8" fmla="*/ 897 w 1501"/>
                <a:gd name="T9" fmla="*/ 60 h 60"/>
                <a:gd name="T10" fmla="*/ 1012 w 1501"/>
                <a:gd name="T11" fmla="*/ 60 h 60"/>
                <a:gd name="T12" fmla="*/ 1076 w 1501"/>
                <a:gd name="T13" fmla="*/ 60 h 60"/>
                <a:gd name="T14" fmla="*/ 1122 w 1501"/>
                <a:gd name="T15" fmla="*/ 60 h 60"/>
                <a:gd name="T16" fmla="*/ 1185 w 1501"/>
                <a:gd name="T17" fmla="*/ 60 h 60"/>
                <a:gd name="T18" fmla="*/ 1260 w 1501"/>
                <a:gd name="T19" fmla="*/ 60 h 60"/>
                <a:gd name="T20" fmla="*/ 1386 w 1501"/>
                <a:gd name="T21" fmla="*/ 60 h 60"/>
                <a:gd name="T22" fmla="*/ 1501 w 1501"/>
                <a:gd name="T23" fmla="*/ 6 h 60"/>
                <a:gd name="T24" fmla="*/ 1490 w 1501"/>
                <a:gd name="T25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01" h="60">
                  <a:moveTo>
                    <a:pt x="1490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6"/>
                    <a:pt x="0" y="6"/>
                  </a:cubicBezTo>
                  <a:cubicBezTo>
                    <a:pt x="0" y="38"/>
                    <a:pt x="52" y="60"/>
                    <a:pt x="115" y="60"/>
                  </a:cubicBezTo>
                  <a:cubicBezTo>
                    <a:pt x="558" y="60"/>
                    <a:pt x="782" y="60"/>
                    <a:pt x="897" y="60"/>
                  </a:cubicBezTo>
                  <a:cubicBezTo>
                    <a:pt x="1012" y="60"/>
                    <a:pt x="1012" y="60"/>
                    <a:pt x="1012" y="60"/>
                  </a:cubicBezTo>
                  <a:cubicBezTo>
                    <a:pt x="1076" y="60"/>
                    <a:pt x="1076" y="60"/>
                    <a:pt x="1076" y="60"/>
                  </a:cubicBezTo>
                  <a:cubicBezTo>
                    <a:pt x="1122" y="60"/>
                    <a:pt x="1122" y="60"/>
                    <a:pt x="1122" y="60"/>
                  </a:cubicBezTo>
                  <a:cubicBezTo>
                    <a:pt x="1185" y="60"/>
                    <a:pt x="1185" y="60"/>
                    <a:pt x="1185" y="60"/>
                  </a:cubicBezTo>
                  <a:cubicBezTo>
                    <a:pt x="1214" y="60"/>
                    <a:pt x="1237" y="60"/>
                    <a:pt x="1260" y="60"/>
                  </a:cubicBezTo>
                  <a:cubicBezTo>
                    <a:pt x="1386" y="60"/>
                    <a:pt x="1386" y="60"/>
                    <a:pt x="1386" y="60"/>
                  </a:cubicBezTo>
                  <a:cubicBezTo>
                    <a:pt x="1449" y="60"/>
                    <a:pt x="1501" y="38"/>
                    <a:pt x="1501" y="6"/>
                  </a:cubicBezTo>
                  <a:cubicBezTo>
                    <a:pt x="1501" y="6"/>
                    <a:pt x="1495" y="0"/>
                    <a:pt x="1490" y="0"/>
                  </a:cubicBezTo>
                  <a:close/>
                </a:path>
              </a:pathLst>
            </a:custGeom>
            <a:solidFill>
              <a:srgbClr val="3434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2" name="Oval 2310"/>
            <p:cNvSpPr>
              <a:spLocks noChangeArrowheads="1"/>
            </p:cNvSpPr>
            <p:nvPr/>
          </p:nvSpPr>
          <p:spPr bwMode="auto">
            <a:xfrm>
              <a:off x="9604375" y="1728788"/>
              <a:ext cx="26987" cy="190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3" name="Freeform 2314"/>
            <p:cNvSpPr>
              <a:spLocks noEditPoints="1"/>
            </p:cNvSpPr>
            <p:nvPr/>
          </p:nvSpPr>
          <p:spPr bwMode="auto">
            <a:xfrm>
              <a:off x="9037637" y="1719263"/>
              <a:ext cx="1160462" cy="728663"/>
            </a:xfrm>
            <a:custGeom>
              <a:avLst/>
              <a:gdLst>
                <a:gd name="T0" fmla="*/ 35 w 1243"/>
                <a:gd name="T1" fmla="*/ 780 h 780"/>
                <a:gd name="T2" fmla="*/ 1209 w 1243"/>
                <a:gd name="T3" fmla="*/ 780 h 780"/>
                <a:gd name="T4" fmla="*/ 1243 w 1243"/>
                <a:gd name="T5" fmla="*/ 745 h 780"/>
                <a:gd name="T6" fmla="*/ 1243 w 1243"/>
                <a:gd name="T7" fmla="*/ 35 h 780"/>
                <a:gd name="T8" fmla="*/ 1209 w 1243"/>
                <a:gd name="T9" fmla="*/ 0 h 780"/>
                <a:gd name="T10" fmla="*/ 35 w 1243"/>
                <a:gd name="T11" fmla="*/ 0 h 780"/>
                <a:gd name="T12" fmla="*/ 0 w 1243"/>
                <a:gd name="T13" fmla="*/ 35 h 780"/>
                <a:gd name="T14" fmla="*/ 0 w 1243"/>
                <a:gd name="T15" fmla="*/ 745 h 780"/>
                <a:gd name="T16" fmla="*/ 35 w 1243"/>
                <a:gd name="T17" fmla="*/ 780 h 780"/>
                <a:gd name="T18" fmla="*/ 44 w 1243"/>
                <a:gd name="T19" fmla="*/ 47 h 780"/>
                <a:gd name="T20" fmla="*/ 1199 w 1243"/>
                <a:gd name="T21" fmla="*/ 47 h 780"/>
                <a:gd name="T22" fmla="*/ 1199 w 1243"/>
                <a:gd name="T23" fmla="*/ 711 h 780"/>
                <a:gd name="T24" fmla="*/ 44 w 1243"/>
                <a:gd name="T25" fmla="*/ 711 h 780"/>
                <a:gd name="T26" fmla="*/ 44 w 1243"/>
                <a:gd name="T27" fmla="*/ 47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43" h="780">
                  <a:moveTo>
                    <a:pt x="35" y="780"/>
                  </a:moveTo>
                  <a:cubicBezTo>
                    <a:pt x="35" y="780"/>
                    <a:pt x="35" y="780"/>
                    <a:pt x="1209" y="780"/>
                  </a:cubicBezTo>
                  <a:cubicBezTo>
                    <a:pt x="1231" y="780"/>
                    <a:pt x="1243" y="763"/>
                    <a:pt x="1243" y="745"/>
                  </a:cubicBezTo>
                  <a:cubicBezTo>
                    <a:pt x="1243" y="745"/>
                    <a:pt x="1243" y="745"/>
                    <a:pt x="1243" y="35"/>
                  </a:cubicBezTo>
                  <a:cubicBezTo>
                    <a:pt x="1243" y="12"/>
                    <a:pt x="1231" y="0"/>
                    <a:pt x="1209" y="0"/>
                  </a:cubicBezTo>
                  <a:cubicBezTo>
                    <a:pt x="1209" y="0"/>
                    <a:pt x="1209" y="0"/>
                    <a:pt x="35" y="0"/>
                  </a:cubicBezTo>
                  <a:cubicBezTo>
                    <a:pt x="12" y="0"/>
                    <a:pt x="0" y="12"/>
                    <a:pt x="0" y="35"/>
                  </a:cubicBezTo>
                  <a:cubicBezTo>
                    <a:pt x="0" y="35"/>
                    <a:pt x="0" y="35"/>
                    <a:pt x="0" y="745"/>
                  </a:cubicBezTo>
                  <a:cubicBezTo>
                    <a:pt x="0" y="763"/>
                    <a:pt x="12" y="780"/>
                    <a:pt x="35" y="780"/>
                  </a:cubicBezTo>
                  <a:close/>
                  <a:moveTo>
                    <a:pt x="44" y="47"/>
                  </a:moveTo>
                  <a:cubicBezTo>
                    <a:pt x="1199" y="47"/>
                    <a:pt x="1199" y="47"/>
                    <a:pt x="1199" y="47"/>
                  </a:cubicBezTo>
                  <a:cubicBezTo>
                    <a:pt x="1199" y="711"/>
                    <a:pt x="1199" y="711"/>
                    <a:pt x="1199" y="711"/>
                  </a:cubicBezTo>
                  <a:cubicBezTo>
                    <a:pt x="44" y="711"/>
                    <a:pt x="44" y="711"/>
                    <a:pt x="44" y="711"/>
                  </a:cubicBezTo>
                  <a:lnTo>
                    <a:pt x="44" y="47"/>
                  </a:lnTo>
                  <a:close/>
                </a:path>
              </a:pathLst>
            </a:custGeom>
            <a:solidFill>
              <a:srgbClr val="3434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114" name="Freeform 684"/>
          <p:cNvSpPr>
            <a:spLocks/>
          </p:cNvSpPr>
          <p:nvPr/>
        </p:nvSpPr>
        <p:spPr bwMode="auto">
          <a:xfrm>
            <a:off x="1420241" y="5898930"/>
            <a:ext cx="336854" cy="316742"/>
          </a:xfrm>
          <a:custGeom>
            <a:avLst/>
            <a:gdLst>
              <a:gd name="T0" fmla="*/ 114 w 115"/>
              <a:gd name="T1" fmla="*/ 91 h 108"/>
              <a:gd name="T2" fmla="*/ 101 w 115"/>
              <a:gd name="T3" fmla="*/ 82 h 108"/>
              <a:gd name="T4" fmla="*/ 83 w 115"/>
              <a:gd name="T5" fmla="*/ 75 h 108"/>
              <a:gd name="T6" fmla="*/ 78 w 115"/>
              <a:gd name="T7" fmla="*/ 73 h 108"/>
              <a:gd name="T8" fmla="*/ 73 w 115"/>
              <a:gd name="T9" fmla="*/ 65 h 108"/>
              <a:gd name="T10" fmla="*/ 70 w 115"/>
              <a:gd name="T11" fmla="*/ 65 h 108"/>
              <a:gd name="T12" fmla="*/ 73 w 115"/>
              <a:gd name="T13" fmla="*/ 59 h 108"/>
              <a:gd name="T14" fmla="*/ 74 w 115"/>
              <a:gd name="T15" fmla="*/ 51 h 108"/>
              <a:gd name="T16" fmla="*/ 78 w 115"/>
              <a:gd name="T17" fmla="*/ 48 h 108"/>
              <a:gd name="T18" fmla="*/ 80 w 115"/>
              <a:gd name="T19" fmla="*/ 44 h 108"/>
              <a:gd name="T20" fmla="*/ 79 w 115"/>
              <a:gd name="T21" fmla="*/ 35 h 108"/>
              <a:gd name="T22" fmla="*/ 78 w 115"/>
              <a:gd name="T23" fmla="*/ 32 h 108"/>
              <a:gd name="T24" fmla="*/ 79 w 115"/>
              <a:gd name="T25" fmla="*/ 21 h 108"/>
              <a:gd name="T26" fmla="*/ 78 w 115"/>
              <a:gd name="T27" fmla="*/ 12 h 108"/>
              <a:gd name="T28" fmla="*/ 75 w 115"/>
              <a:gd name="T29" fmla="*/ 8 h 108"/>
              <a:gd name="T30" fmla="*/ 71 w 115"/>
              <a:gd name="T31" fmla="*/ 7 h 108"/>
              <a:gd name="T32" fmla="*/ 69 w 115"/>
              <a:gd name="T33" fmla="*/ 5 h 108"/>
              <a:gd name="T34" fmla="*/ 44 w 115"/>
              <a:gd name="T35" fmla="*/ 6 h 108"/>
              <a:gd name="T36" fmla="*/ 35 w 115"/>
              <a:gd name="T37" fmla="*/ 31 h 108"/>
              <a:gd name="T38" fmla="*/ 34 w 115"/>
              <a:gd name="T39" fmla="*/ 37 h 108"/>
              <a:gd name="T40" fmla="*/ 37 w 115"/>
              <a:gd name="T41" fmla="*/ 49 h 108"/>
              <a:gd name="T42" fmla="*/ 40 w 115"/>
              <a:gd name="T43" fmla="*/ 50 h 108"/>
              <a:gd name="T44" fmla="*/ 41 w 115"/>
              <a:gd name="T45" fmla="*/ 59 h 108"/>
              <a:gd name="T46" fmla="*/ 44 w 115"/>
              <a:gd name="T47" fmla="*/ 65 h 108"/>
              <a:gd name="T48" fmla="*/ 42 w 115"/>
              <a:gd name="T49" fmla="*/ 65 h 108"/>
              <a:gd name="T50" fmla="*/ 37 w 115"/>
              <a:gd name="T51" fmla="*/ 73 h 108"/>
              <a:gd name="T52" fmla="*/ 32 w 115"/>
              <a:gd name="T53" fmla="*/ 75 h 108"/>
              <a:gd name="T54" fmla="*/ 14 w 115"/>
              <a:gd name="T55" fmla="*/ 82 h 108"/>
              <a:gd name="T56" fmla="*/ 0 w 115"/>
              <a:gd name="T57" fmla="*/ 91 h 108"/>
              <a:gd name="T58" fmla="*/ 0 w 115"/>
              <a:gd name="T59" fmla="*/ 108 h 108"/>
              <a:gd name="T60" fmla="*/ 50 w 115"/>
              <a:gd name="T61" fmla="*/ 108 h 108"/>
              <a:gd name="T62" fmla="*/ 54 w 115"/>
              <a:gd name="T63" fmla="*/ 83 h 108"/>
              <a:gd name="T64" fmla="*/ 51 w 115"/>
              <a:gd name="T65" fmla="*/ 77 h 108"/>
              <a:gd name="T66" fmla="*/ 58 w 115"/>
              <a:gd name="T67" fmla="*/ 73 h 108"/>
              <a:gd name="T68" fmla="*/ 64 w 115"/>
              <a:gd name="T69" fmla="*/ 77 h 108"/>
              <a:gd name="T70" fmla="*/ 61 w 115"/>
              <a:gd name="T71" fmla="*/ 83 h 108"/>
              <a:gd name="T72" fmla="*/ 67 w 115"/>
              <a:gd name="T73" fmla="*/ 108 h 108"/>
              <a:gd name="T74" fmla="*/ 115 w 115"/>
              <a:gd name="T75" fmla="*/ 108 h 108"/>
              <a:gd name="T76" fmla="*/ 114 w 115"/>
              <a:gd name="T77" fmla="*/ 91 h 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15" h="108">
                <a:moveTo>
                  <a:pt x="114" y="91"/>
                </a:moveTo>
                <a:cubicBezTo>
                  <a:pt x="112" y="85"/>
                  <a:pt x="106" y="85"/>
                  <a:pt x="101" y="82"/>
                </a:cubicBezTo>
                <a:cubicBezTo>
                  <a:pt x="95" y="80"/>
                  <a:pt x="89" y="77"/>
                  <a:pt x="83" y="75"/>
                </a:cubicBezTo>
                <a:cubicBezTo>
                  <a:pt x="81" y="74"/>
                  <a:pt x="80" y="74"/>
                  <a:pt x="78" y="73"/>
                </a:cubicBezTo>
                <a:cubicBezTo>
                  <a:pt x="76" y="72"/>
                  <a:pt x="74" y="68"/>
                  <a:pt x="73" y="65"/>
                </a:cubicBezTo>
                <a:cubicBezTo>
                  <a:pt x="72" y="65"/>
                  <a:pt x="71" y="65"/>
                  <a:pt x="70" y="65"/>
                </a:cubicBezTo>
                <a:cubicBezTo>
                  <a:pt x="70" y="61"/>
                  <a:pt x="72" y="61"/>
                  <a:pt x="73" y="59"/>
                </a:cubicBezTo>
                <a:cubicBezTo>
                  <a:pt x="74" y="56"/>
                  <a:pt x="73" y="53"/>
                  <a:pt x="74" y="51"/>
                </a:cubicBezTo>
                <a:cubicBezTo>
                  <a:pt x="75" y="50"/>
                  <a:pt x="77" y="50"/>
                  <a:pt x="78" y="48"/>
                </a:cubicBezTo>
                <a:cubicBezTo>
                  <a:pt x="79" y="47"/>
                  <a:pt x="79" y="45"/>
                  <a:pt x="80" y="44"/>
                </a:cubicBezTo>
                <a:cubicBezTo>
                  <a:pt x="80" y="41"/>
                  <a:pt x="80" y="38"/>
                  <a:pt x="79" y="35"/>
                </a:cubicBezTo>
                <a:cubicBezTo>
                  <a:pt x="78" y="33"/>
                  <a:pt x="78" y="33"/>
                  <a:pt x="78" y="32"/>
                </a:cubicBezTo>
                <a:cubicBezTo>
                  <a:pt x="78" y="29"/>
                  <a:pt x="78" y="22"/>
                  <a:pt x="79" y="21"/>
                </a:cubicBezTo>
                <a:cubicBezTo>
                  <a:pt x="79" y="17"/>
                  <a:pt x="78" y="16"/>
                  <a:pt x="78" y="12"/>
                </a:cubicBezTo>
                <a:cubicBezTo>
                  <a:pt x="78" y="12"/>
                  <a:pt x="76" y="9"/>
                  <a:pt x="75" y="8"/>
                </a:cubicBezTo>
                <a:cubicBezTo>
                  <a:pt x="71" y="7"/>
                  <a:pt x="71" y="7"/>
                  <a:pt x="71" y="7"/>
                </a:cubicBezTo>
                <a:cubicBezTo>
                  <a:pt x="69" y="5"/>
                  <a:pt x="69" y="5"/>
                  <a:pt x="69" y="5"/>
                </a:cubicBezTo>
                <a:cubicBezTo>
                  <a:pt x="59" y="0"/>
                  <a:pt x="50" y="3"/>
                  <a:pt x="44" y="6"/>
                </a:cubicBezTo>
                <a:cubicBezTo>
                  <a:pt x="37" y="8"/>
                  <a:pt x="32" y="15"/>
                  <a:pt x="35" y="31"/>
                </a:cubicBezTo>
                <a:cubicBezTo>
                  <a:pt x="36" y="34"/>
                  <a:pt x="34" y="35"/>
                  <a:pt x="34" y="37"/>
                </a:cubicBezTo>
                <a:cubicBezTo>
                  <a:pt x="34" y="40"/>
                  <a:pt x="34" y="48"/>
                  <a:pt x="37" y="49"/>
                </a:cubicBezTo>
                <a:cubicBezTo>
                  <a:pt x="40" y="50"/>
                  <a:pt x="40" y="50"/>
                  <a:pt x="40" y="50"/>
                </a:cubicBezTo>
                <a:cubicBezTo>
                  <a:pt x="40" y="53"/>
                  <a:pt x="41" y="56"/>
                  <a:pt x="41" y="59"/>
                </a:cubicBezTo>
                <a:cubicBezTo>
                  <a:pt x="42" y="62"/>
                  <a:pt x="43" y="62"/>
                  <a:pt x="44" y="65"/>
                </a:cubicBezTo>
                <a:cubicBezTo>
                  <a:pt x="42" y="65"/>
                  <a:pt x="42" y="65"/>
                  <a:pt x="42" y="65"/>
                </a:cubicBezTo>
                <a:cubicBezTo>
                  <a:pt x="41" y="68"/>
                  <a:pt x="39" y="72"/>
                  <a:pt x="37" y="73"/>
                </a:cubicBezTo>
                <a:cubicBezTo>
                  <a:pt x="35" y="74"/>
                  <a:pt x="33" y="74"/>
                  <a:pt x="32" y="75"/>
                </a:cubicBezTo>
                <a:cubicBezTo>
                  <a:pt x="26" y="77"/>
                  <a:pt x="20" y="80"/>
                  <a:pt x="14" y="82"/>
                </a:cubicBezTo>
                <a:cubicBezTo>
                  <a:pt x="9" y="85"/>
                  <a:pt x="2" y="85"/>
                  <a:pt x="0" y="91"/>
                </a:cubicBezTo>
                <a:cubicBezTo>
                  <a:pt x="0" y="95"/>
                  <a:pt x="0" y="103"/>
                  <a:pt x="0" y="108"/>
                </a:cubicBezTo>
                <a:cubicBezTo>
                  <a:pt x="50" y="108"/>
                  <a:pt x="50" y="108"/>
                  <a:pt x="50" y="108"/>
                </a:cubicBezTo>
                <a:cubicBezTo>
                  <a:pt x="54" y="83"/>
                  <a:pt x="54" y="83"/>
                  <a:pt x="54" y="83"/>
                </a:cubicBezTo>
                <a:cubicBezTo>
                  <a:pt x="51" y="77"/>
                  <a:pt x="51" y="77"/>
                  <a:pt x="51" y="77"/>
                </a:cubicBezTo>
                <a:cubicBezTo>
                  <a:pt x="58" y="73"/>
                  <a:pt x="58" y="73"/>
                  <a:pt x="58" y="73"/>
                </a:cubicBezTo>
                <a:cubicBezTo>
                  <a:pt x="64" y="77"/>
                  <a:pt x="64" y="77"/>
                  <a:pt x="64" y="77"/>
                </a:cubicBezTo>
                <a:cubicBezTo>
                  <a:pt x="61" y="83"/>
                  <a:pt x="61" y="83"/>
                  <a:pt x="61" y="83"/>
                </a:cubicBezTo>
                <a:cubicBezTo>
                  <a:pt x="67" y="108"/>
                  <a:pt x="67" y="108"/>
                  <a:pt x="67" y="108"/>
                </a:cubicBezTo>
                <a:cubicBezTo>
                  <a:pt x="115" y="108"/>
                  <a:pt x="115" y="108"/>
                  <a:pt x="115" y="108"/>
                </a:cubicBezTo>
                <a:cubicBezTo>
                  <a:pt x="115" y="103"/>
                  <a:pt x="114" y="95"/>
                  <a:pt x="114" y="91"/>
                </a:cubicBezTo>
                <a:close/>
              </a:path>
            </a:pathLst>
          </a:custGeom>
          <a:solidFill>
            <a:srgbClr val="9B9B9B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algn="ctr" fontAlgn="base"/>
            <a:endParaRPr kumimoji="1" lang="ko-KR" altLang="en-US" sz="1000" spc="-3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15" name="Freeform 685"/>
          <p:cNvSpPr>
            <a:spLocks/>
          </p:cNvSpPr>
          <p:nvPr/>
        </p:nvSpPr>
        <p:spPr bwMode="auto">
          <a:xfrm>
            <a:off x="2235392" y="5898930"/>
            <a:ext cx="336854" cy="316742"/>
          </a:xfrm>
          <a:custGeom>
            <a:avLst/>
            <a:gdLst>
              <a:gd name="T0" fmla="*/ 77 w 114"/>
              <a:gd name="T1" fmla="*/ 12 h 108"/>
              <a:gd name="T2" fmla="*/ 78 w 114"/>
              <a:gd name="T3" fmla="*/ 21 h 108"/>
              <a:gd name="T4" fmla="*/ 78 w 114"/>
              <a:gd name="T5" fmla="*/ 32 h 108"/>
              <a:gd name="T6" fmla="*/ 79 w 114"/>
              <a:gd name="T7" fmla="*/ 35 h 108"/>
              <a:gd name="T8" fmla="*/ 79 w 114"/>
              <a:gd name="T9" fmla="*/ 44 h 108"/>
              <a:gd name="T10" fmla="*/ 78 w 114"/>
              <a:gd name="T11" fmla="*/ 48 h 108"/>
              <a:gd name="T12" fmla="*/ 74 w 114"/>
              <a:gd name="T13" fmla="*/ 51 h 108"/>
              <a:gd name="T14" fmla="*/ 73 w 114"/>
              <a:gd name="T15" fmla="*/ 59 h 108"/>
              <a:gd name="T16" fmla="*/ 70 w 114"/>
              <a:gd name="T17" fmla="*/ 65 h 108"/>
              <a:gd name="T18" fmla="*/ 73 w 114"/>
              <a:gd name="T19" fmla="*/ 65 h 108"/>
              <a:gd name="T20" fmla="*/ 78 w 114"/>
              <a:gd name="T21" fmla="*/ 73 h 108"/>
              <a:gd name="T22" fmla="*/ 83 w 114"/>
              <a:gd name="T23" fmla="*/ 75 h 108"/>
              <a:gd name="T24" fmla="*/ 101 w 114"/>
              <a:gd name="T25" fmla="*/ 82 h 108"/>
              <a:gd name="T26" fmla="*/ 114 w 114"/>
              <a:gd name="T27" fmla="*/ 91 h 108"/>
              <a:gd name="T28" fmla="*/ 114 w 114"/>
              <a:gd name="T29" fmla="*/ 108 h 108"/>
              <a:gd name="T30" fmla="*/ 0 w 114"/>
              <a:gd name="T31" fmla="*/ 108 h 108"/>
              <a:gd name="T32" fmla="*/ 0 w 114"/>
              <a:gd name="T33" fmla="*/ 91 h 108"/>
              <a:gd name="T34" fmla="*/ 14 w 114"/>
              <a:gd name="T35" fmla="*/ 82 h 108"/>
              <a:gd name="T36" fmla="*/ 32 w 114"/>
              <a:gd name="T37" fmla="*/ 75 h 108"/>
              <a:gd name="T38" fmla="*/ 36 w 114"/>
              <a:gd name="T39" fmla="*/ 73 h 108"/>
              <a:gd name="T40" fmla="*/ 41 w 114"/>
              <a:gd name="T41" fmla="*/ 65 h 108"/>
              <a:gd name="T42" fmla="*/ 44 w 114"/>
              <a:gd name="T43" fmla="*/ 65 h 108"/>
              <a:gd name="T44" fmla="*/ 41 w 114"/>
              <a:gd name="T45" fmla="*/ 59 h 108"/>
              <a:gd name="T46" fmla="*/ 40 w 114"/>
              <a:gd name="T47" fmla="*/ 50 h 108"/>
              <a:gd name="T48" fmla="*/ 37 w 114"/>
              <a:gd name="T49" fmla="*/ 49 h 108"/>
              <a:gd name="T50" fmla="*/ 34 w 114"/>
              <a:gd name="T51" fmla="*/ 37 h 108"/>
              <a:gd name="T52" fmla="*/ 35 w 114"/>
              <a:gd name="T53" fmla="*/ 31 h 108"/>
              <a:gd name="T54" fmla="*/ 44 w 114"/>
              <a:gd name="T55" fmla="*/ 6 h 108"/>
              <a:gd name="T56" fmla="*/ 68 w 114"/>
              <a:gd name="T57" fmla="*/ 5 h 108"/>
              <a:gd name="T58" fmla="*/ 71 w 114"/>
              <a:gd name="T59" fmla="*/ 7 h 108"/>
              <a:gd name="T60" fmla="*/ 74 w 114"/>
              <a:gd name="T61" fmla="*/ 8 h 108"/>
              <a:gd name="T62" fmla="*/ 77 w 114"/>
              <a:gd name="T63" fmla="*/ 12 h 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14" h="108">
                <a:moveTo>
                  <a:pt x="77" y="12"/>
                </a:moveTo>
                <a:cubicBezTo>
                  <a:pt x="78" y="16"/>
                  <a:pt x="78" y="17"/>
                  <a:pt x="78" y="21"/>
                </a:cubicBezTo>
                <a:cubicBezTo>
                  <a:pt x="78" y="22"/>
                  <a:pt x="77" y="29"/>
                  <a:pt x="78" y="32"/>
                </a:cubicBezTo>
                <a:cubicBezTo>
                  <a:pt x="78" y="33"/>
                  <a:pt x="78" y="33"/>
                  <a:pt x="79" y="35"/>
                </a:cubicBezTo>
                <a:cubicBezTo>
                  <a:pt x="80" y="38"/>
                  <a:pt x="80" y="41"/>
                  <a:pt x="79" y="44"/>
                </a:cubicBezTo>
                <a:cubicBezTo>
                  <a:pt x="79" y="45"/>
                  <a:pt x="78" y="47"/>
                  <a:pt x="78" y="48"/>
                </a:cubicBezTo>
                <a:cubicBezTo>
                  <a:pt x="77" y="50"/>
                  <a:pt x="75" y="50"/>
                  <a:pt x="74" y="51"/>
                </a:cubicBezTo>
                <a:cubicBezTo>
                  <a:pt x="73" y="53"/>
                  <a:pt x="74" y="56"/>
                  <a:pt x="73" y="59"/>
                </a:cubicBezTo>
                <a:cubicBezTo>
                  <a:pt x="72" y="61"/>
                  <a:pt x="70" y="61"/>
                  <a:pt x="70" y="65"/>
                </a:cubicBezTo>
                <a:cubicBezTo>
                  <a:pt x="71" y="65"/>
                  <a:pt x="72" y="65"/>
                  <a:pt x="73" y="65"/>
                </a:cubicBezTo>
                <a:cubicBezTo>
                  <a:pt x="74" y="68"/>
                  <a:pt x="76" y="72"/>
                  <a:pt x="78" y="73"/>
                </a:cubicBezTo>
                <a:cubicBezTo>
                  <a:pt x="79" y="74"/>
                  <a:pt x="81" y="74"/>
                  <a:pt x="83" y="75"/>
                </a:cubicBezTo>
                <a:cubicBezTo>
                  <a:pt x="88" y="77"/>
                  <a:pt x="95" y="80"/>
                  <a:pt x="101" y="82"/>
                </a:cubicBezTo>
                <a:cubicBezTo>
                  <a:pt x="106" y="85"/>
                  <a:pt x="112" y="85"/>
                  <a:pt x="114" y="91"/>
                </a:cubicBezTo>
                <a:cubicBezTo>
                  <a:pt x="114" y="95"/>
                  <a:pt x="114" y="103"/>
                  <a:pt x="114" y="108"/>
                </a:cubicBezTo>
                <a:cubicBezTo>
                  <a:pt x="0" y="108"/>
                  <a:pt x="0" y="108"/>
                  <a:pt x="0" y="108"/>
                </a:cubicBezTo>
                <a:cubicBezTo>
                  <a:pt x="0" y="103"/>
                  <a:pt x="0" y="95"/>
                  <a:pt x="0" y="91"/>
                </a:cubicBezTo>
                <a:cubicBezTo>
                  <a:pt x="2" y="85"/>
                  <a:pt x="8" y="85"/>
                  <a:pt x="14" y="82"/>
                </a:cubicBezTo>
                <a:cubicBezTo>
                  <a:pt x="19" y="80"/>
                  <a:pt x="26" y="77"/>
                  <a:pt x="32" y="75"/>
                </a:cubicBezTo>
                <a:cubicBezTo>
                  <a:pt x="33" y="74"/>
                  <a:pt x="35" y="74"/>
                  <a:pt x="36" y="73"/>
                </a:cubicBezTo>
                <a:cubicBezTo>
                  <a:pt x="38" y="72"/>
                  <a:pt x="40" y="68"/>
                  <a:pt x="41" y="65"/>
                </a:cubicBezTo>
                <a:cubicBezTo>
                  <a:pt x="44" y="65"/>
                  <a:pt x="44" y="65"/>
                  <a:pt x="44" y="65"/>
                </a:cubicBezTo>
                <a:cubicBezTo>
                  <a:pt x="43" y="62"/>
                  <a:pt x="41" y="62"/>
                  <a:pt x="41" y="59"/>
                </a:cubicBezTo>
                <a:cubicBezTo>
                  <a:pt x="40" y="56"/>
                  <a:pt x="40" y="53"/>
                  <a:pt x="40" y="50"/>
                </a:cubicBezTo>
                <a:cubicBezTo>
                  <a:pt x="37" y="49"/>
                  <a:pt x="37" y="49"/>
                  <a:pt x="37" y="49"/>
                </a:cubicBezTo>
                <a:cubicBezTo>
                  <a:pt x="34" y="48"/>
                  <a:pt x="34" y="40"/>
                  <a:pt x="34" y="37"/>
                </a:cubicBezTo>
                <a:cubicBezTo>
                  <a:pt x="34" y="35"/>
                  <a:pt x="36" y="34"/>
                  <a:pt x="35" y="31"/>
                </a:cubicBezTo>
                <a:cubicBezTo>
                  <a:pt x="32" y="15"/>
                  <a:pt x="37" y="8"/>
                  <a:pt x="44" y="6"/>
                </a:cubicBezTo>
                <a:cubicBezTo>
                  <a:pt x="49" y="3"/>
                  <a:pt x="59" y="0"/>
                  <a:pt x="68" y="5"/>
                </a:cubicBezTo>
                <a:cubicBezTo>
                  <a:pt x="71" y="7"/>
                  <a:pt x="71" y="7"/>
                  <a:pt x="71" y="7"/>
                </a:cubicBezTo>
                <a:cubicBezTo>
                  <a:pt x="74" y="8"/>
                  <a:pt x="74" y="8"/>
                  <a:pt x="74" y="8"/>
                </a:cubicBezTo>
                <a:cubicBezTo>
                  <a:pt x="76" y="9"/>
                  <a:pt x="77" y="12"/>
                  <a:pt x="77" y="12"/>
                </a:cubicBezTo>
                <a:close/>
              </a:path>
            </a:pathLst>
          </a:custGeom>
          <a:solidFill>
            <a:srgbClr val="9B9B9B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algn="ctr" fontAlgn="base"/>
            <a:endParaRPr kumimoji="1" lang="ko-KR" altLang="en-US" sz="1000" spc="-3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16" name="Freeform 686"/>
          <p:cNvSpPr>
            <a:spLocks noEditPoints="1"/>
          </p:cNvSpPr>
          <p:nvPr/>
        </p:nvSpPr>
        <p:spPr bwMode="auto">
          <a:xfrm>
            <a:off x="1827817" y="5898930"/>
            <a:ext cx="336854" cy="316742"/>
          </a:xfrm>
          <a:custGeom>
            <a:avLst/>
            <a:gdLst>
              <a:gd name="T0" fmla="*/ 114 w 115"/>
              <a:gd name="T1" fmla="*/ 91 h 108"/>
              <a:gd name="T2" fmla="*/ 101 w 115"/>
              <a:gd name="T3" fmla="*/ 82 h 108"/>
              <a:gd name="T4" fmla="*/ 83 w 115"/>
              <a:gd name="T5" fmla="*/ 75 h 108"/>
              <a:gd name="T6" fmla="*/ 78 w 115"/>
              <a:gd name="T7" fmla="*/ 73 h 108"/>
              <a:gd name="T8" fmla="*/ 73 w 115"/>
              <a:gd name="T9" fmla="*/ 65 h 108"/>
              <a:gd name="T10" fmla="*/ 70 w 115"/>
              <a:gd name="T11" fmla="*/ 65 h 108"/>
              <a:gd name="T12" fmla="*/ 73 w 115"/>
              <a:gd name="T13" fmla="*/ 59 h 108"/>
              <a:gd name="T14" fmla="*/ 74 w 115"/>
              <a:gd name="T15" fmla="*/ 51 h 108"/>
              <a:gd name="T16" fmla="*/ 78 w 115"/>
              <a:gd name="T17" fmla="*/ 48 h 108"/>
              <a:gd name="T18" fmla="*/ 79 w 115"/>
              <a:gd name="T19" fmla="*/ 44 h 108"/>
              <a:gd name="T20" fmla="*/ 79 w 115"/>
              <a:gd name="T21" fmla="*/ 35 h 108"/>
              <a:gd name="T22" fmla="*/ 78 w 115"/>
              <a:gd name="T23" fmla="*/ 32 h 108"/>
              <a:gd name="T24" fmla="*/ 78 w 115"/>
              <a:gd name="T25" fmla="*/ 21 h 108"/>
              <a:gd name="T26" fmla="*/ 77 w 115"/>
              <a:gd name="T27" fmla="*/ 12 h 108"/>
              <a:gd name="T28" fmla="*/ 74 w 115"/>
              <a:gd name="T29" fmla="*/ 8 h 108"/>
              <a:gd name="T30" fmla="*/ 71 w 115"/>
              <a:gd name="T31" fmla="*/ 7 h 108"/>
              <a:gd name="T32" fmla="*/ 68 w 115"/>
              <a:gd name="T33" fmla="*/ 5 h 108"/>
              <a:gd name="T34" fmla="*/ 44 w 115"/>
              <a:gd name="T35" fmla="*/ 6 h 108"/>
              <a:gd name="T36" fmla="*/ 35 w 115"/>
              <a:gd name="T37" fmla="*/ 31 h 108"/>
              <a:gd name="T38" fmla="*/ 34 w 115"/>
              <a:gd name="T39" fmla="*/ 37 h 108"/>
              <a:gd name="T40" fmla="*/ 37 w 115"/>
              <a:gd name="T41" fmla="*/ 49 h 108"/>
              <a:gd name="T42" fmla="*/ 40 w 115"/>
              <a:gd name="T43" fmla="*/ 50 h 108"/>
              <a:gd name="T44" fmla="*/ 41 w 115"/>
              <a:gd name="T45" fmla="*/ 59 h 108"/>
              <a:gd name="T46" fmla="*/ 44 w 115"/>
              <a:gd name="T47" fmla="*/ 65 h 108"/>
              <a:gd name="T48" fmla="*/ 41 w 115"/>
              <a:gd name="T49" fmla="*/ 65 h 108"/>
              <a:gd name="T50" fmla="*/ 37 w 115"/>
              <a:gd name="T51" fmla="*/ 73 h 108"/>
              <a:gd name="T52" fmla="*/ 32 w 115"/>
              <a:gd name="T53" fmla="*/ 75 h 108"/>
              <a:gd name="T54" fmla="*/ 14 w 115"/>
              <a:gd name="T55" fmla="*/ 82 h 108"/>
              <a:gd name="T56" fmla="*/ 0 w 115"/>
              <a:gd name="T57" fmla="*/ 91 h 108"/>
              <a:gd name="T58" fmla="*/ 0 w 115"/>
              <a:gd name="T59" fmla="*/ 108 h 108"/>
              <a:gd name="T60" fmla="*/ 114 w 115"/>
              <a:gd name="T61" fmla="*/ 108 h 108"/>
              <a:gd name="T62" fmla="*/ 114 w 115"/>
              <a:gd name="T63" fmla="*/ 91 h 108"/>
              <a:gd name="T64" fmla="*/ 90 w 115"/>
              <a:gd name="T65" fmla="*/ 103 h 108"/>
              <a:gd name="T66" fmla="*/ 70 w 115"/>
              <a:gd name="T67" fmla="*/ 103 h 108"/>
              <a:gd name="T68" fmla="*/ 70 w 115"/>
              <a:gd name="T69" fmla="*/ 94 h 108"/>
              <a:gd name="T70" fmla="*/ 90 w 115"/>
              <a:gd name="T71" fmla="*/ 94 h 108"/>
              <a:gd name="T72" fmla="*/ 90 w 115"/>
              <a:gd name="T73" fmla="*/ 103 h 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15" h="108">
                <a:moveTo>
                  <a:pt x="114" y="91"/>
                </a:moveTo>
                <a:cubicBezTo>
                  <a:pt x="112" y="85"/>
                  <a:pt x="106" y="85"/>
                  <a:pt x="101" y="82"/>
                </a:cubicBezTo>
                <a:cubicBezTo>
                  <a:pt x="95" y="80"/>
                  <a:pt x="89" y="77"/>
                  <a:pt x="83" y="75"/>
                </a:cubicBezTo>
                <a:cubicBezTo>
                  <a:pt x="81" y="74"/>
                  <a:pt x="80" y="74"/>
                  <a:pt x="78" y="73"/>
                </a:cubicBezTo>
                <a:cubicBezTo>
                  <a:pt x="76" y="72"/>
                  <a:pt x="74" y="68"/>
                  <a:pt x="73" y="65"/>
                </a:cubicBezTo>
                <a:cubicBezTo>
                  <a:pt x="72" y="65"/>
                  <a:pt x="71" y="65"/>
                  <a:pt x="70" y="65"/>
                </a:cubicBezTo>
                <a:cubicBezTo>
                  <a:pt x="70" y="61"/>
                  <a:pt x="72" y="61"/>
                  <a:pt x="73" y="59"/>
                </a:cubicBezTo>
                <a:cubicBezTo>
                  <a:pt x="74" y="56"/>
                  <a:pt x="73" y="53"/>
                  <a:pt x="74" y="51"/>
                </a:cubicBezTo>
                <a:cubicBezTo>
                  <a:pt x="75" y="50"/>
                  <a:pt x="77" y="50"/>
                  <a:pt x="78" y="48"/>
                </a:cubicBezTo>
                <a:cubicBezTo>
                  <a:pt x="79" y="47"/>
                  <a:pt x="79" y="45"/>
                  <a:pt x="79" y="44"/>
                </a:cubicBezTo>
                <a:cubicBezTo>
                  <a:pt x="80" y="41"/>
                  <a:pt x="80" y="38"/>
                  <a:pt x="79" y="35"/>
                </a:cubicBezTo>
                <a:cubicBezTo>
                  <a:pt x="78" y="33"/>
                  <a:pt x="78" y="33"/>
                  <a:pt x="78" y="32"/>
                </a:cubicBezTo>
                <a:cubicBezTo>
                  <a:pt x="77" y="29"/>
                  <a:pt x="78" y="22"/>
                  <a:pt x="78" y="21"/>
                </a:cubicBezTo>
                <a:cubicBezTo>
                  <a:pt x="78" y="17"/>
                  <a:pt x="78" y="16"/>
                  <a:pt x="77" y="12"/>
                </a:cubicBezTo>
                <a:cubicBezTo>
                  <a:pt x="77" y="12"/>
                  <a:pt x="76" y="9"/>
                  <a:pt x="74" y="8"/>
                </a:cubicBezTo>
                <a:cubicBezTo>
                  <a:pt x="71" y="7"/>
                  <a:pt x="71" y="7"/>
                  <a:pt x="71" y="7"/>
                </a:cubicBezTo>
                <a:cubicBezTo>
                  <a:pt x="68" y="5"/>
                  <a:pt x="68" y="5"/>
                  <a:pt x="68" y="5"/>
                </a:cubicBezTo>
                <a:cubicBezTo>
                  <a:pt x="59" y="0"/>
                  <a:pt x="50" y="3"/>
                  <a:pt x="44" y="6"/>
                </a:cubicBezTo>
                <a:cubicBezTo>
                  <a:pt x="37" y="8"/>
                  <a:pt x="32" y="15"/>
                  <a:pt x="35" y="31"/>
                </a:cubicBezTo>
                <a:cubicBezTo>
                  <a:pt x="36" y="34"/>
                  <a:pt x="34" y="35"/>
                  <a:pt x="34" y="37"/>
                </a:cubicBezTo>
                <a:cubicBezTo>
                  <a:pt x="34" y="40"/>
                  <a:pt x="34" y="48"/>
                  <a:pt x="37" y="49"/>
                </a:cubicBezTo>
                <a:cubicBezTo>
                  <a:pt x="40" y="50"/>
                  <a:pt x="40" y="50"/>
                  <a:pt x="40" y="50"/>
                </a:cubicBezTo>
                <a:cubicBezTo>
                  <a:pt x="40" y="53"/>
                  <a:pt x="40" y="56"/>
                  <a:pt x="41" y="59"/>
                </a:cubicBezTo>
                <a:cubicBezTo>
                  <a:pt x="41" y="62"/>
                  <a:pt x="43" y="62"/>
                  <a:pt x="44" y="65"/>
                </a:cubicBezTo>
                <a:cubicBezTo>
                  <a:pt x="41" y="65"/>
                  <a:pt x="41" y="65"/>
                  <a:pt x="41" y="65"/>
                </a:cubicBezTo>
                <a:cubicBezTo>
                  <a:pt x="40" y="68"/>
                  <a:pt x="39" y="72"/>
                  <a:pt x="37" y="73"/>
                </a:cubicBezTo>
                <a:cubicBezTo>
                  <a:pt x="35" y="74"/>
                  <a:pt x="33" y="74"/>
                  <a:pt x="32" y="75"/>
                </a:cubicBezTo>
                <a:cubicBezTo>
                  <a:pt x="26" y="77"/>
                  <a:pt x="19" y="80"/>
                  <a:pt x="14" y="82"/>
                </a:cubicBezTo>
                <a:cubicBezTo>
                  <a:pt x="8" y="85"/>
                  <a:pt x="2" y="85"/>
                  <a:pt x="0" y="91"/>
                </a:cubicBezTo>
                <a:cubicBezTo>
                  <a:pt x="0" y="95"/>
                  <a:pt x="0" y="103"/>
                  <a:pt x="0" y="108"/>
                </a:cubicBezTo>
                <a:cubicBezTo>
                  <a:pt x="114" y="108"/>
                  <a:pt x="114" y="108"/>
                  <a:pt x="114" y="108"/>
                </a:cubicBezTo>
                <a:cubicBezTo>
                  <a:pt x="115" y="103"/>
                  <a:pt x="114" y="95"/>
                  <a:pt x="114" y="91"/>
                </a:cubicBezTo>
                <a:close/>
                <a:moveTo>
                  <a:pt x="90" y="103"/>
                </a:moveTo>
                <a:cubicBezTo>
                  <a:pt x="70" y="103"/>
                  <a:pt x="70" y="103"/>
                  <a:pt x="70" y="103"/>
                </a:cubicBezTo>
                <a:cubicBezTo>
                  <a:pt x="70" y="94"/>
                  <a:pt x="70" y="94"/>
                  <a:pt x="70" y="94"/>
                </a:cubicBezTo>
                <a:cubicBezTo>
                  <a:pt x="90" y="94"/>
                  <a:pt x="90" y="94"/>
                  <a:pt x="90" y="94"/>
                </a:cubicBezTo>
                <a:lnTo>
                  <a:pt x="90" y="103"/>
                </a:lnTo>
                <a:close/>
              </a:path>
            </a:pathLst>
          </a:custGeom>
          <a:solidFill>
            <a:srgbClr val="9B9B9B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algn="ctr" fontAlgn="base"/>
            <a:endParaRPr kumimoji="1" lang="ko-KR" altLang="en-US" sz="1000" spc="-3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117" name="그룹 116"/>
          <p:cNvGrpSpPr/>
          <p:nvPr/>
        </p:nvGrpSpPr>
        <p:grpSpPr>
          <a:xfrm>
            <a:off x="3231040" y="5919040"/>
            <a:ext cx="462544" cy="296632"/>
            <a:chOff x="4074550" y="6156631"/>
            <a:chExt cx="491101" cy="314946"/>
          </a:xfrm>
        </p:grpSpPr>
        <p:sp>
          <p:nvSpPr>
            <p:cNvPr id="118" name="Freeform 687"/>
            <p:cNvSpPr>
              <a:spLocks/>
            </p:cNvSpPr>
            <p:nvPr/>
          </p:nvSpPr>
          <p:spPr bwMode="auto">
            <a:xfrm>
              <a:off x="4074550" y="6156631"/>
              <a:ext cx="336299" cy="314946"/>
            </a:xfrm>
            <a:custGeom>
              <a:avLst/>
              <a:gdLst>
                <a:gd name="T0" fmla="*/ 103 w 107"/>
                <a:gd name="T1" fmla="*/ 92 h 101"/>
                <a:gd name="T2" fmla="*/ 75 w 107"/>
                <a:gd name="T3" fmla="*/ 80 h 101"/>
                <a:gd name="T4" fmla="*/ 73 w 107"/>
                <a:gd name="T5" fmla="*/ 79 h 101"/>
                <a:gd name="T6" fmla="*/ 71 w 107"/>
                <a:gd name="T7" fmla="*/ 74 h 101"/>
                <a:gd name="T8" fmla="*/ 69 w 107"/>
                <a:gd name="T9" fmla="*/ 71 h 101"/>
                <a:gd name="T10" fmla="*/ 69 w 107"/>
                <a:gd name="T11" fmla="*/ 70 h 101"/>
                <a:gd name="T12" fmla="*/ 71 w 107"/>
                <a:gd name="T13" fmla="*/ 57 h 101"/>
                <a:gd name="T14" fmla="*/ 71 w 107"/>
                <a:gd name="T15" fmla="*/ 57 h 101"/>
                <a:gd name="T16" fmla="*/ 75 w 107"/>
                <a:gd name="T17" fmla="*/ 46 h 101"/>
                <a:gd name="T18" fmla="*/ 75 w 107"/>
                <a:gd name="T19" fmla="*/ 46 h 101"/>
                <a:gd name="T20" fmla="*/ 76 w 107"/>
                <a:gd name="T21" fmla="*/ 38 h 101"/>
                <a:gd name="T22" fmla="*/ 76 w 107"/>
                <a:gd name="T23" fmla="*/ 37 h 101"/>
                <a:gd name="T24" fmla="*/ 74 w 107"/>
                <a:gd name="T25" fmla="*/ 34 h 101"/>
                <a:gd name="T26" fmla="*/ 74 w 107"/>
                <a:gd name="T27" fmla="*/ 19 h 101"/>
                <a:gd name="T28" fmla="*/ 71 w 107"/>
                <a:gd name="T29" fmla="*/ 12 h 101"/>
                <a:gd name="T30" fmla="*/ 64 w 107"/>
                <a:gd name="T31" fmla="*/ 5 h 101"/>
                <a:gd name="T32" fmla="*/ 64 w 107"/>
                <a:gd name="T33" fmla="*/ 2 h 101"/>
                <a:gd name="T34" fmla="*/ 65 w 107"/>
                <a:gd name="T35" fmla="*/ 1 h 101"/>
                <a:gd name="T36" fmla="*/ 65 w 107"/>
                <a:gd name="T37" fmla="*/ 0 h 101"/>
                <a:gd name="T38" fmla="*/ 63 w 107"/>
                <a:gd name="T39" fmla="*/ 0 h 101"/>
                <a:gd name="T40" fmla="*/ 54 w 107"/>
                <a:gd name="T41" fmla="*/ 2 h 101"/>
                <a:gd name="T42" fmla="*/ 39 w 107"/>
                <a:gd name="T43" fmla="*/ 8 h 101"/>
                <a:gd name="T44" fmla="*/ 34 w 107"/>
                <a:gd name="T45" fmla="*/ 18 h 101"/>
                <a:gd name="T46" fmla="*/ 33 w 107"/>
                <a:gd name="T47" fmla="*/ 24 h 101"/>
                <a:gd name="T48" fmla="*/ 33 w 107"/>
                <a:gd name="T49" fmla="*/ 34 h 101"/>
                <a:gd name="T50" fmla="*/ 33 w 107"/>
                <a:gd name="T51" fmla="*/ 36 h 101"/>
                <a:gd name="T52" fmla="*/ 31 w 107"/>
                <a:gd name="T53" fmla="*/ 39 h 101"/>
                <a:gd name="T54" fmla="*/ 32 w 107"/>
                <a:gd name="T55" fmla="*/ 41 h 101"/>
                <a:gd name="T56" fmla="*/ 33 w 107"/>
                <a:gd name="T57" fmla="*/ 47 h 101"/>
                <a:gd name="T58" fmla="*/ 35 w 107"/>
                <a:gd name="T59" fmla="*/ 52 h 101"/>
                <a:gd name="T60" fmla="*/ 39 w 107"/>
                <a:gd name="T61" fmla="*/ 61 h 101"/>
                <a:gd name="T62" fmla="*/ 39 w 107"/>
                <a:gd name="T63" fmla="*/ 62 h 101"/>
                <a:gd name="T64" fmla="*/ 39 w 107"/>
                <a:gd name="T65" fmla="*/ 70 h 101"/>
                <a:gd name="T66" fmla="*/ 38 w 107"/>
                <a:gd name="T67" fmla="*/ 71 h 101"/>
                <a:gd name="T68" fmla="*/ 35 w 107"/>
                <a:gd name="T69" fmla="*/ 74 h 101"/>
                <a:gd name="T70" fmla="*/ 34 w 107"/>
                <a:gd name="T71" fmla="*/ 79 h 101"/>
                <a:gd name="T72" fmla="*/ 32 w 107"/>
                <a:gd name="T73" fmla="*/ 80 h 101"/>
                <a:gd name="T74" fmla="*/ 24 w 107"/>
                <a:gd name="T75" fmla="*/ 84 h 101"/>
                <a:gd name="T76" fmla="*/ 14 w 107"/>
                <a:gd name="T77" fmla="*/ 88 h 101"/>
                <a:gd name="T78" fmla="*/ 5 w 107"/>
                <a:gd name="T79" fmla="*/ 93 h 101"/>
                <a:gd name="T80" fmla="*/ 0 w 107"/>
                <a:gd name="T81" fmla="*/ 96 h 101"/>
                <a:gd name="T82" fmla="*/ 0 w 107"/>
                <a:gd name="T83" fmla="*/ 101 h 101"/>
                <a:gd name="T84" fmla="*/ 107 w 107"/>
                <a:gd name="T85" fmla="*/ 101 h 101"/>
                <a:gd name="T86" fmla="*/ 107 w 107"/>
                <a:gd name="T87" fmla="*/ 96 h 101"/>
                <a:gd name="T88" fmla="*/ 103 w 107"/>
                <a:gd name="T89" fmla="*/ 92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7" h="101">
                  <a:moveTo>
                    <a:pt x="103" y="92"/>
                  </a:moveTo>
                  <a:cubicBezTo>
                    <a:pt x="94" y="88"/>
                    <a:pt x="84" y="84"/>
                    <a:pt x="75" y="80"/>
                  </a:cubicBezTo>
                  <a:cubicBezTo>
                    <a:pt x="74" y="80"/>
                    <a:pt x="73" y="79"/>
                    <a:pt x="73" y="79"/>
                  </a:cubicBezTo>
                  <a:cubicBezTo>
                    <a:pt x="72" y="77"/>
                    <a:pt x="72" y="75"/>
                    <a:pt x="71" y="74"/>
                  </a:cubicBezTo>
                  <a:cubicBezTo>
                    <a:pt x="71" y="72"/>
                    <a:pt x="71" y="71"/>
                    <a:pt x="69" y="71"/>
                  </a:cubicBezTo>
                  <a:cubicBezTo>
                    <a:pt x="69" y="71"/>
                    <a:pt x="69" y="70"/>
                    <a:pt x="69" y="70"/>
                  </a:cubicBezTo>
                  <a:cubicBezTo>
                    <a:pt x="69" y="65"/>
                    <a:pt x="68" y="61"/>
                    <a:pt x="71" y="57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73" y="53"/>
                    <a:pt x="73" y="49"/>
                    <a:pt x="75" y="46"/>
                  </a:cubicBezTo>
                  <a:cubicBezTo>
                    <a:pt x="75" y="46"/>
                    <a:pt x="75" y="46"/>
                    <a:pt x="75" y="46"/>
                  </a:cubicBezTo>
                  <a:cubicBezTo>
                    <a:pt x="76" y="43"/>
                    <a:pt x="76" y="41"/>
                    <a:pt x="76" y="38"/>
                  </a:cubicBezTo>
                  <a:cubicBezTo>
                    <a:pt x="76" y="37"/>
                    <a:pt x="76" y="37"/>
                    <a:pt x="76" y="37"/>
                  </a:cubicBezTo>
                  <a:cubicBezTo>
                    <a:pt x="74" y="37"/>
                    <a:pt x="74" y="36"/>
                    <a:pt x="74" y="34"/>
                  </a:cubicBezTo>
                  <a:cubicBezTo>
                    <a:pt x="75" y="29"/>
                    <a:pt x="74" y="24"/>
                    <a:pt x="74" y="19"/>
                  </a:cubicBezTo>
                  <a:cubicBezTo>
                    <a:pt x="74" y="17"/>
                    <a:pt x="74" y="14"/>
                    <a:pt x="71" y="12"/>
                  </a:cubicBezTo>
                  <a:cubicBezTo>
                    <a:pt x="69" y="10"/>
                    <a:pt x="66" y="8"/>
                    <a:pt x="64" y="5"/>
                  </a:cubicBezTo>
                  <a:cubicBezTo>
                    <a:pt x="63" y="4"/>
                    <a:pt x="62" y="3"/>
                    <a:pt x="64" y="2"/>
                  </a:cubicBezTo>
                  <a:cubicBezTo>
                    <a:pt x="64" y="2"/>
                    <a:pt x="65" y="1"/>
                    <a:pt x="65" y="1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4" y="0"/>
                    <a:pt x="63" y="0"/>
                    <a:pt x="63" y="0"/>
                  </a:cubicBezTo>
                  <a:cubicBezTo>
                    <a:pt x="60" y="1"/>
                    <a:pt x="57" y="1"/>
                    <a:pt x="54" y="2"/>
                  </a:cubicBezTo>
                  <a:cubicBezTo>
                    <a:pt x="49" y="3"/>
                    <a:pt x="44" y="5"/>
                    <a:pt x="39" y="8"/>
                  </a:cubicBezTo>
                  <a:cubicBezTo>
                    <a:pt x="36" y="11"/>
                    <a:pt x="34" y="14"/>
                    <a:pt x="34" y="18"/>
                  </a:cubicBezTo>
                  <a:cubicBezTo>
                    <a:pt x="33" y="20"/>
                    <a:pt x="33" y="22"/>
                    <a:pt x="33" y="24"/>
                  </a:cubicBezTo>
                  <a:cubicBezTo>
                    <a:pt x="33" y="28"/>
                    <a:pt x="33" y="31"/>
                    <a:pt x="33" y="34"/>
                  </a:cubicBezTo>
                  <a:cubicBezTo>
                    <a:pt x="33" y="35"/>
                    <a:pt x="33" y="36"/>
                    <a:pt x="33" y="36"/>
                  </a:cubicBezTo>
                  <a:cubicBezTo>
                    <a:pt x="31" y="37"/>
                    <a:pt x="31" y="37"/>
                    <a:pt x="31" y="39"/>
                  </a:cubicBezTo>
                  <a:cubicBezTo>
                    <a:pt x="32" y="39"/>
                    <a:pt x="31" y="40"/>
                    <a:pt x="32" y="41"/>
                  </a:cubicBezTo>
                  <a:cubicBezTo>
                    <a:pt x="32" y="43"/>
                    <a:pt x="33" y="45"/>
                    <a:pt x="33" y="47"/>
                  </a:cubicBezTo>
                  <a:cubicBezTo>
                    <a:pt x="34" y="49"/>
                    <a:pt x="35" y="51"/>
                    <a:pt x="35" y="52"/>
                  </a:cubicBezTo>
                  <a:cubicBezTo>
                    <a:pt x="35" y="55"/>
                    <a:pt x="37" y="58"/>
                    <a:pt x="39" y="61"/>
                  </a:cubicBezTo>
                  <a:cubicBezTo>
                    <a:pt x="39" y="61"/>
                    <a:pt x="39" y="62"/>
                    <a:pt x="39" y="62"/>
                  </a:cubicBezTo>
                  <a:cubicBezTo>
                    <a:pt x="39" y="65"/>
                    <a:pt x="39" y="67"/>
                    <a:pt x="39" y="70"/>
                  </a:cubicBezTo>
                  <a:cubicBezTo>
                    <a:pt x="38" y="70"/>
                    <a:pt x="38" y="71"/>
                    <a:pt x="38" y="71"/>
                  </a:cubicBezTo>
                  <a:cubicBezTo>
                    <a:pt x="36" y="71"/>
                    <a:pt x="36" y="72"/>
                    <a:pt x="35" y="74"/>
                  </a:cubicBezTo>
                  <a:cubicBezTo>
                    <a:pt x="35" y="75"/>
                    <a:pt x="34" y="77"/>
                    <a:pt x="34" y="79"/>
                  </a:cubicBezTo>
                  <a:cubicBezTo>
                    <a:pt x="33" y="79"/>
                    <a:pt x="33" y="80"/>
                    <a:pt x="32" y="80"/>
                  </a:cubicBezTo>
                  <a:cubicBezTo>
                    <a:pt x="29" y="81"/>
                    <a:pt x="26" y="82"/>
                    <a:pt x="24" y="84"/>
                  </a:cubicBezTo>
                  <a:cubicBezTo>
                    <a:pt x="20" y="85"/>
                    <a:pt x="17" y="86"/>
                    <a:pt x="14" y="88"/>
                  </a:cubicBezTo>
                  <a:cubicBezTo>
                    <a:pt x="11" y="89"/>
                    <a:pt x="8" y="91"/>
                    <a:pt x="5" y="93"/>
                  </a:cubicBezTo>
                  <a:cubicBezTo>
                    <a:pt x="3" y="93"/>
                    <a:pt x="1" y="95"/>
                    <a:pt x="0" y="96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7" y="96"/>
                    <a:pt x="107" y="96"/>
                    <a:pt x="107" y="96"/>
                  </a:cubicBezTo>
                  <a:cubicBezTo>
                    <a:pt x="106" y="94"/>
                    <a:pt x="104" y="93"/>
                    <a:pt x="103" y="92"/>
                  </a:cubicBezTo>
                  <a:close/>
                </a:path>
              </a:pathLst>
            </a:custGeom>
            <a:solidFill>
              <a:srgbClr val="9B9B9B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noAutofit/>
            </a:bodyPr>
            <a:lstStyle/>
            <a:p>
              <a:pPr algn="ctr" fontAlgn="base"/>
              <a:endParaRPr kumimoji="1" lang="ko-KR" altLang="en-US" sz="1000" spc="-3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19" name="Freeform 688"/>
            <p:cNvSpPr>
              <a:spLocks/>
            </p:cNvSpPr>
            <p:nvPr/>
          </p:nvSpPr>
          <p:spPr bwMode="auto">
            <a:xfrm>
              <a:off x="4368143" y="6220688"/>
              <a:ext cx="197508" cy="250889"/>
            </a:xfrm>
            <a:custGeom>
              <a:avLst/>
              <a:gdLst>
                <a:gd name="T0" fmla="*/ 52 w 64"/>
                <a:gd name="T1" fmla="*/ 67 h 81"/>
                <a:gd name="T2" fmla="*/ 39 w 64"/>
                <a:gd name="T3" fmla="*/ 62 h 81"/>
                <a:gd name="T4" fmla="*/ 36 w 64"/>
                <a:gd name="T5" fmla="*/ 60 h 81"/>
                <a:gd name="T6" fmla="*/ 34 w 64"/>
                <a:gd name="T7" fmla="*/ 59 h 81"/>
                <a:gd name="T8" fmla="*/ 31 w 64"/>
                <a:gd name="T9" fmla="*/ 56 h 81"/>
                <a:gd name="T10" fmla="*/ 30 w 64"/>
                <a:gd name="T11" fmla="*/ 48 h 81"/>
                <a:gd name="T12" fmla="*/ 32 w 64"/>
                <a:gd name="T13" fmla="*/ 46 h 81"/>
                <a:gd name="T14" fmla="*/ 39 w 64"/>
                <a:gd name="T15" fmla="*/ 43 h 81"/>
                <a:gd name="T16" fmla="*/ 40 w 64"/>
                <a:gd name="T17" fmla="*/ 40 h 81"/>
                <a:gd name="T18" fmla="*/ 36 w 64"/>
                <a:gd name="T19" fmla="*/ 23 h 81"/>
                <a:gd name="T20" fmla="*/ 35 w 64"/>
                <a:gd name="T21" fmla="*/ 12 h 81"/>
                <a:gd name="T22" fmla="*/ 35 w 64"/>
                <a:gd name="T23" fmla="*/ 12 h 81"/>
                <a:gd name="T24" fmla="*/ 35 w 64"/>
                <a:gd name="T25" fmla="*/ 11 h 81"/>
                <a:gd name="T26" fmla="*/ 20 w 64"/>
                <a:gd name="T27" fmla="*/ 0 h 81"/>
                <a:gd name="T28" fmla="*/ 20 w 64"/>
                <a:gd name="T29" fmla="*/ 0 h 81"/>
                <a:gd name="T30" fmla="*/ 19 w 64"/>
                <a:gd name="T31" fmla="*/ 0 h 81"/>
                <a:gd name="T32" fmla="*/ 12 w 64"/>
                <a:gd name="T33" fmla="*/ 3 h 81"/>
                <a:gd name="T34" fmla="*/ 6 w 64"/>
                <a:gd name="T35" fmla="*/ 10 h 81"/>
                <a:gd name="T36" fmla="*/ 4 w 64"/>
                <a:gd name="T37" fmla="*/ 23 h 81"/>
                <a:gd name="T38" fmla="*/ 0 w 64"/>
                <a:gd name="T39" fmla="*/ 40 h 81"/>
                <a:gd name="T40" fmla="*/ 2 w 64"/>
                <a:gd name="T41" fmla="*/ 43 h 81"/>
                <a:gd name="T42" fmla="*/ 8 w 64"/>
                <a:gd name="T43" fmla="*/ 46 h 81"/>
                <a:gd name="T44" fmla="*/ 10 w 64"/>
                <a:gd name="T45" fmla="*/ 48 h 81"/>
                <a:gd name="T46" fmla="*/ 10 w 64"/>
                <a:gd name="T47" fmla="*/ 56 h 81"/>
                <a:gd name="T48" fmla="*/ 6 w 64"/>
                <a:gd name="T49" fmla="*/ 59 h 81"/>
                <a:gd name="T50" fmla="*/ 5 w 64"/>
                <a:gd name="T51" fmla="*/ 60 h 81"/>
                <a:gd name="T52" fmla="*/ 2 w 64"/>
                <a:gd name="T53" fmla="*/ 62 h 81"/>
                <a:gd name="T54" fmla="*/ 0 w 64"/>
                <a:gd name="T55" fmla="*/ 63 h 81"/>
                <a:gd name="T56" fmla="*/ 13 w 64"/>
                <a:gd name="T57" fmla="*/ 69 h 81"/>
                <a:gd name="T58" fmla="*/ 18 w 64"/>
                <a:gd name="T59" fmla="*/ 73 h 81"/>
                <a:gd name="T60" fmla="*/ 19 w 64"/>
                <a:gd name="T61" fmla="*/ 74 h 81"/>
                <a:gd name="T62" fmla="*/ 19 w 64"/>
                <a:gd name="T63" fmla="*/ 81 h 81"/>
                <a:gd name="T64" fmla="*/ 64 w 64"/>
                <a:gd name="T65" fmla="*/ 81 h 81"/>
                <a:gd name="T66" fmla="*/ 52 w 64"/>
                <a:gd name="T67" fmla="*/ 6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4" h="81">
                  <a:moveTo>
                    <a:pt x="52" y="67"/>
                  </a:moveTo>
                  <a:cubicBezTo>
                    <a:pt x="47" y="66"/>
                    <a:pt x="43" y="64"/>
                    <a:pt x="39" y="62"/>
                  </a:cubicBezTo>
                  <a:cubicBezTo>
                    <a:pt x="38" y="62"/>
                    <a:pt x="37" y="60"/>
                    <a:pt x="36" y="60"/>
                  </a:cubicBezTo>
                  <a:cubicBezTo>
                    <a:pt x="35" y="59"/>
                    <a:pt x="35" y="59"/>
                    <a:pt x="34" y="59"/>
                  </a:cubicBezTo>
                  <a:cubicBezTo>
                    <a:pt x="32" y="58"/>
                    <a:pt x="31" y="58"/>
                    <a:pt x="31" y="56"/>
                  </a:cubicBezTo>
                  <a:cubicBezTo>
                    <a:pt x="30" y="53"/>
                    <a:pt x="30" y="51"/>
                    <a:pt x="30" y="48"/>
                  </a:cubicBezTo>
                  <a:cubicBezTo>
                    <a:pt x="31" y="47"/>
                    <a:pt x="31" y="46"/>
                    <a:pt x="32" y="46"/>
                  </a:cubicBezTo>
                  <a:cubicBezTo>
                    <a:pt x="34" y="45"/>
                    <a:pt x="37" y="44"/>
                    <a:pt x="39" y="43"/>
                  </a:cubicBezTo>
                  <a:cubicBezTo>
                    <a:pt x="41" y="42"/>
                    <a:pt x="41" y="42"/>
                    <a:pt x="40" y="40"/>
                  </a:cubicBezTo>
                  <a:cubicBezTo>
                    <a:pt x="38" y="34"/>
                    <a:pt x="37" y="29"/>
                    <a:pt x="36" y="23"/>
                  </a:cubicBezTo>
                  <a:cubicBezTo>
                    <a:pt x="36" y="19"/>
                    <a:pt x="36" y="15"/>
                    <a:pt x="35" y="12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11"/>
                    <a:pt x="35" y="11"/>
                  </a:cubicBezTo>
                  <a:cubicBezTo>
                    <a:pt x="33" y="4"/>
                    <a:pt x="26" y="1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19" y="0"/>
                    <a:pt x="19" y="0"/>
                  </a:cubicBezTo>
                  <a:cubicBezTo>
                    <a:pt x="16" y="1"/>
                    <a:pt x="14" y="2"/>
                    <a:pt x="12" y="3"/>
                  </a:cubicBezTo>
                  <a:cubicBezTo>
                    <a:pt x="9" y="4"/>
                    <a:pt x="7" y="7"/>
                    <a:pt x="6" y="10"/>
                  </a:cubicBezTo>
                  <a:cubicBezTo>
                    <a:pt x="4" y="14"/>
                    <a:pt x="5" y="18"/>
                    <a:pt x="4" y="23"/>
                  </a:cubicBezTo>
                  <a:cubicBezTo>
                    <a:pt x="4" y="29"/>
                    <a:pt x="2" y="34"/>
                    <a:pt x="0" y="40"/>
                  </a:cubicBezTo>
                  <a:cubicBezTo>
                    <a:pt x="0" y="42"/>
                    <a:pt x="0" y="42"/>
                    <a:pt x="2" y="43"/>
                  </a:cubicBezTo>
                  <a:cubicBezTo>
                    <a:pt x="4" y="44"/>
                    <a:pt x="6" y="45"/>
                    <a:pt x="8" y="46"/>
                  </a:cubicBezTo>
                  <a:cubicBezTo>
                    <a:pt x="10" y="46"/>
                    <a:pt x="10" y="47"/>
                    <a:pt x="10" y="48"/>
                  </a:cubicBezTo>
                  <a:cubicBezTo>
                    <a:pt x="11" y="51"/>
                    <a:pt x="10" y="53"/>
                    <a:pt x="10" y="56"/>
                  </a:cubicBezTo>
                  <a:cubicBezTo>
                    <a:pt x="9" y="58"/>
                    <a:pt x="8" y="58"/>
                    <a:pt x="6" y="59"/>
                  </a:cubicBezTo>
                  <a:cubicBezTo>
                    <a:pt x="6" y="59"/>
                    <a:pt x="5" y="59"/>
                    <a:pt x="5" y="60"/>
                  </a:cubicBezTo>
                  <a:cubicBezTo>
                    <a:pt x="4" y="60"/>
                    <a:pt x="3" y="62"/>
                    <a:pt x="2" y="62"/>
                  </a:cubicBezTo>
                  <a:cubicBezTo>
                    <a:pt x="1" y="62"/>
                    <a:pt x="1" y="63"/>
                    <a:pt x="0" y="63"/>
                  </a:cubicBezTo>
                  <a:cubicBezTo>
                    <a:pt x="4" y="65"/>
                    <a:pt x="8" y="66"/>
                    <a:pt x="13" y="69"/>
                  </a:cubicBezTo>
                  <a:cubicBezTo>
                    <a:pt x="15" y="70"/>
                    <a:pt x="17" y="71"/>
                    <a:pt x="18" y="73"/>
                  </a:cubicBezTo>
                  <a:cubicBezTo>
                    <a:pt x="19" y="74"/>
                    <a:pt x="19" y="74"/>
                    <a:pt x="19" y="74"/>
                  </a:cubicBezTo>
                  <a:cubicBezTo>
                    <a:pt x="19" y="81"/>
                    <a:pt x="19" y="81"/>
                    <a:pt x="19" y="81"/>
                  </a:cubicBezTo>
                  <a:cubicBezTo>
                    <a:pt x="64" y="81"/>
                    <a:pt x="64" y="81"/>
                    <a:pt x="64" y="81"/>
                  </a:cubicBezTo>
                  <a:cubicBezTo>
                    <a:pt x="63" y="74"/>
                    <a:pt x="58" y="70"/>
                    <a:pt x="52" y="67"/>
                  </a:cubicBezTo>
                  <a:close/>
                </a:path>
              </a:pathLst>
            </a:custGeom>
            <a:solidFill>
              <a:srgbClr val="9B9B9B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noAutofit/>
            </a:bodyPr>
            <a:lstStyle/>
            <a:p>
              <a:pPr algn="ctr" fontAlgn="base"/>
              <a:endParaRPr kumimoji="1" lang="ko-KR" altLang="en-US" sz="1000" spc="-3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grpSp>
        <p:nvGrpSpPr>
          <p:cNvPr id="120" name="그룹 119"/>
          <p:cNvGrpSpPr/>
          <p:nvPr/>
        </p:nvGrpSpPr>
        <p:grpSpPr>
          <a:xfrm>
            <a:off x="2677894" y="5895658"/>
            <a:ext cx="474351" cy="320014"/>
            <a:chOff x="3313299" y="6108587"/>
            <a:chExt cx="538053" cy="362990"/>
          </a:xfrm>
        </p:grpSpPr>
        <p:sp>
          <p:nvSpPr>
            <p:cNvPr id="121" name="Freeform 5"/>
            <p:cNvSpPr>
              <a:spLocks noEditPoints="1"/>
            </p:cNvSpPr>
            <p:nvPr/>
          </p:nvSpPr>
          <p:spPr bwMode="auto">
            <a:xfrm>
              <a:off x="3313299" y="6178097"/>
              <a:ext cx="538053" cy="271247"/>
            </a:xfrm>
            <a:custGeom>
              <a:avLst/>
              <a:gdLst>
                <a:gd name="T0" fmla="*/ 40 w 151"/>
                <a:gd name="T1" fmla="*/ 51 h 75"/>
                <a:gd name="T2" fmla="*/ 50 w 151"/>
                <a:gd name="T3" fmla="*/ 46 h 75"/>
                <a:gd name="T4" fmla="*/ 50 w 151"/>
                <a:gd name="T5" fmla="*/ 41 h 75"/>
                <a:gd name="T6" fmla="*/ 53 w 151"/>
                <a:gd name="T7" fmla="*/ 35 h 75"/>
                <a:gd name="T8" fmla="*/ 54 w 151"/>
                <a:gd name="T9" fmla="*/ 30 h 75"/>
                <a:gd name="T10" fmla="*/ 50 w 151"/>
                <a:gd name="T11" fmla="*/ 15 h 75"/>
                <a:gd name="T12" fmla="*/ 51 w 151"/>
                <a:gd name="T13" fmla="*/ 12 h 75"/>
                <a:gd name="T14" fmla="*/ 48 w 151"/>
                <a:gd name="T15" fmla="*/ 6 h 75"/>
                <a:gd name="T16" fmla="*/ 30 w 151"/>
                <a:gd name="T17" fmla="*/ 4 h 75"/>
                <a:gd name="T18" fmla="*/ 24 w 151"/>
                <a:gd name="T19" fmla="*/ 27 h 75"/>
                <a:gd name="T20" fmla="*/ 27 w 151"/>
                <a:gd name="T21" fmla="*/ 36 h 75"/>
                <a:gd name="T22" fmla="*/ 29 w 151"/>
                <a:gd name="T23" fmla="*/ 46 h 75"/>
                <a:gd name="T24" fmla="*/ 25 w 151"/>
                <a:gd name="T25" fmla="*/ 52 h 75"/>
                <a:gd name="T26" fmla="*/ 10 w 151"/>
                <a:gd name="T27" fmla="*/ 58 h 75"/>
                <a:gd name="T28" fmla="*/ 0 w 151"/>
                <a:gd name="T29" fmla="*/ 75 h 75"/>
                <a:gd name="T30" fmla="*/ 18 w 151"/>
                <a:gd name="T31" fmla="*/ 71 h 75"/>
                <a:gd name="T32" fmla="*/ 18 w 151"/>
                <a:gd name="T33" fmla="*/ 65 h 75"/>
                <a:gd name="T34" fmla="*/ 30 w 151"/>
                <a:gd name="T35" fmla="*/ 55 h 75"/>
                <a:gd name="T36" fmla="*/ 150 w 151"/>
                <a:gd name="T37" fmla="*/ 63 h 75"/>
                <a:gd name="T38" fmla="*/ 130 w 151"/>
                <a:gd name="T39" fmla="*/ 52 h 75"/>
                <a:gd name="T40" fmla="*/ 123 w 151"/>
                <a:gd name="T41" fmla="*/ 46 h 75"/>
                <a:gd name="T42" fmla="*/ 123 w 151"/>
                <a:gd name="T43" fmla="*/ 41 h 75"/>
                <a:gd name="T44" fmla="*/ 126 w 151"/>
                <a:gd name="T45" fmla="*/ 35 h 75"/>
                <a:gd name="T46" fmla="*/ 127 w 151"/>
                <a:gd name="T47" fmla="*/ 26 h 75"/>
                <a:gd name="T48" fmla="*/ 127 w 151"/>
                <a:gd name="T49" fmla="*/ 16 h 75"/>
                <a:gd name="T50" fmla="*/ 124 w 151"/>
                <a:gd name="T51" fmla="*/ 6 h 75"/>
                <a:gd name="T52" fmla="*/ 120 w 151"/>
                <a:gd name="T53" fmla="*/ 4 h 75"/>
                <a:gd name="T54" fmla="*/ 99 w 151"/>
                <a:gd name="T55" fmla="*/ 9 h 75"/>
                <a:gd name="T56" fmla="*/ 99 w 151"/>
                <a:gd name="T57" fmla="*/ 11 h 75"/>
                <a:gd name="T58" fmla="*/ 100 w 151"/>
                <a:gd name="T59" fmla="*/ 12 h 75"/>
                <a:gd name="T60" fmla="*/ 98 w 151"/>
                <a:gd name="T61" fmla="*/ 29 h 75"/>
                <a:gd name="T62" fmla="*/ 99 w 151"/>
                <a:gd name="T63" fmla="*/ 36 h 75"/>
                <a:gd name="T64" fmla="*/ 102 w 151"/>
                <a:gd name="T65" fmla="*/ 42 h 75"/>
                <a:gd name="T66" fmla="*/ 102 w 151"/>
                <a:gd name="T67" fmla="*/ 46 h 75"/>
                <a:gd name="T68" fmla="*/ 111 w 151"/>
                <a:gd name="T69" fmla="*/ 51 h 75"/>
                <a:gd name="T70" fmla="*/ 121 w 151"/>
                <a:gd name="T71" fmla="*/ 55 h 75"/>
                <a:gd name="T72" fmla="*/ 134 w 151"/>
                <a:gd name="T73" fmla="*/ 65 h 75"/>
                <a:gd name="T74" fmla="*/ 134 w 151"/>
                <a:gd name="T75" fmla="*/ 71 h 75"/>
                <a:gd name="T76" fmla="*/ 151 w 151"/>
                <a:gd name="T77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51" h="75">
                  <a:moveTo>
                    <a:pt x="33" y="54"/>
                  </a:moveTo>
                  <a:cubicBezTo>
                    <a:pt x="35" y="53"/>
                    <a:pt x="38" y="52"/>
                    <a:pt x="40" y="51"/>
                  </a:cubicBezTo>
                  <a:cubicBezTo>
                    <a:pt x="43" y="50"/>
                    <a:pt x="47" y="48"/>
                    <a:pt x="50" y="47"/>
                  </a:cubicBezTo>
                  <a:cubicBezTo>
                    <a:pt x="50" y="46"/>
                    <a:pt x="50" y="46"/>
                    <a:pt x="50" y="46"/>
                  </a:cubicBezTo>
                  <a:cubicBezTo>
                    <a:pt x="49" y="46"/>
                    <a:pt x="48" y="46"/>
                    <a:pt x="47" y="46"/>
                  </a:cubicBezTo>
                  <a:cubicBezTo>
                    <a:pt x="48" y="43"/>
                    <a:pt x="49" y="43"/>
                    <a:pt x="50" y="41"/>
                  </a:cubicBezTo>
                  <a:cubicBezTo>
                    <a:pt x="50" y="40"/>
                    <a:pt x="50" y="38"/>
                    <a:pt x="50" y="36"/>
                  </a:cubicBezTo>
                  <a:cubicBezTo>
                    <a:pt x="51" y="36"/>
                    <a:pt x="52" y="36"/>
                    <a:pt x="53" y="35"/>
                  </a:cubicBezTo>
                  <a:cubicBezTo>
                    <a:pt x="53" y="34"/>
                    <a:pt x="54" y="33"/>
                    <a:pt x="54" y="32"/>
                  </a:cubicBezTo>
                  <a:cubicBezTo>
                    <a:pt x="54" y="31"/>
                    <a:pt x="54" y="31"/>
                    <a:pt x="54" y="30"/>
                  </a:cubicBezTo>
                  <a:cubicBezTo>
                    <a:pt x="51" y="27"/>
                    <a:pt x="50" y="21"/>
                    <a:pt x="50" y="17"/>
                  </a:cubicBezTo>
                  <a:cubicBezTo>
                    <a:pt x="50" y="16"/>
                    <a:pt x="50" y="16"/>
                    <a:pt x="50" y="15"/>
                  </a:cubicBezTo>
                  <a:cubicBezTo>
                    <a:pt x="50" y="14"/>
                    <a:pt x="51" y="13"/>
                    <a:pt x="51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0"/>
                    <a:pt x="51" y="8"/>
                    <a:pt x="51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40" y="0"/>
                    <a:pt x="33" y="3"/>
                    <a:pt x="30" y="4"/>
                  </a:cubicBezTo>
                  <a:cubicBezTo>
                    <a:pt x="26" y="6"/>
                    <a:pt x="22" y="14"/>
                    <a:pt x="25" y="23"/>
                  </a:cubicBezTo>
                  <a:cubicBezTo>
                    <a:pt x="25" y="25"/>
                    <a:pt x="24" y="26"/>
                    <a:pt x="24" y="27"/>
                  </a:cubicBezTo>
                  <a:cubicBezTo>
                    <a:pt x="24" y="29"/>
                    <a:pt x="24" y="35"/>
                    <a:pt x="26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8"/>
                    <a:pt x="27" y="40"/>
                    <a:pt x="27" y="42"/>
                  </a:cubicBezTo>
                  <a:cubicBezTo>
                    <a:pt x="28" y="43"/>
                    <a:pt x="29" y="44"/>
                    <a:pt x="29" y="46"/>
                  </a:cubicBezTo>
                  <a:cubicBezTo>
                    <a:pt x="28" y="46"/>
                    <a:pt x="28" y="46"/>
                    <a:pt x="28" y="46"/>
                  </a:cubicBezTo>
                  <a:cubicBezTo>
                    <a:pt x="27" y="47"/>
                    <a:pt x="26" y="51"/>
                    <a:pt x="25" y="52"/>
                  </a:cubicBezTo>
                  <a:cubicBezTo>
                    <a:pt x="24" y="52"/>
                    <a:pt x="23" y="52"/>
                    <a:pt x="22" y="52"/>
                  </a:cubicBezTo>
                  <a:cubicBezTo>
                    <a:pt x="18" y="54"/>
                    <a:pt x="14" y="56"/>
                    <a:pt x="10" y="58"/>
                  </a:cubicBezTo>
                  <a:cubicBezTo>
                    <a:pt x="6" y="58"/>
                    <a:pt x="2" y="59"/>
                    <a:pt x="0" y="63"/>
                  </a:cubicBezTo>
                  <a:cubicBezTo>
                    <a:pt x="0" y="65"/>
                    <a:pt x="0" y="71"/>
                    <a:pt x="0" y="75"/>
                  </a:cubicBezTo>
                  <a:cubicBezTo>
                    <a:pt x="18" y="75"/>
                    <a:pt x="18" y="75"/>
                    <a:pt x="18" y="75"/>
                  </a:cubicBezTo>
                  <a:cubicBezTo>
                    <a:pt x="18" y="74"/>
                    <a:pt x="18" y="72"/>
                    <a:pt x="18" y="71"/>
                  </a:cubicBezTo>
                  <a:cubicBezTo>
                    <a:pt x="18" y="69"/>
                    <a:pt x="18" y="67"/>
                    <a:pt x="18" y="65"/>
                  </a:cubicBezTo>
                  <a:cubicBezTo>
                    <a:pt x="18" y="65"/>
                    <a:pt x="18" y="65"/>
                    <a:pt x="18" y="65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21" y="58"/>
                    <a:pt x="26" y="57"/>
                    <a:pt x="30" y="55"/>
                  </a:cubicBezTo>
                  <a:cubicBezTo>
                    <a:pt x="31" y="55"/>
                    <a:pt x="32" y="55"/>
                    <a:pt x="33" y="54"/>
                  </a:cubicBezTo>
                  <a:close/>
                  <a:moveTo>
                    <a:pt x="150" y="63"/>
                  </a:moveTo>
                  <a:cubicBezTo>
                    <a:pt x="149" y="59"/>
                    <a:pt x="145" y="58"/>
                    <a:pt x="141" y="58"/>
                  </a:cubicBezTo>
                  <a:cubicBezTo>
                    <a:pt x="138" y="56"/>
                    <a:pt x="134" y="54"/>
                    <a:pt x="130" y="52"/>
                  </a:cubicBezTo>
                  <a:cubicBezTo>
                    <a:pt x="129" y="52"/>
                    <a:pt x="127" y="52"/>
                    <a:pt x="126" y="52"/>
                  </a:cubicBezTo>
                  <a:cubicBezTo>
                    <a:pt x="125" y="51"/>
                    <a:pt x="124" y="47"/>
                    <a:pt x="123" y="46"/>
                  </a:cubicBezTo>
                  <a:cubicBezTo>
                    <a:pt x="122" y="46"/>
                    <a:pt x="121" y="46"/>
                    <a:pt x="121" y="46"/>
                  </a:cubicBezTo>
                  <a:cubicBezTo>
                    <a:pt x="121" y="43"/>
                    <a:pt x="122" y="43"/>
                    <a:pt x="123" y="41"/>
                  </a:cubicBezTo>
                  <a:cubicBezTo>
                    <a:pt x="123" y="40"/>
                    <a:pt x="123" y="38"/>
                    <a:pt x="124" y="36"/>
                  </a:cubicBezTo>
                  <a:cubicBezTo>
                    <a:pt x="124" y="36"/>
                    <a:pt x="126" y="36"/>
                    <a:pt x="126" y="35"/>
                  </a:cubicBezTo>
                  <a:cubicBezTo>
                    <a:pt x="127" y="34"/>
                    <a:pt x="127" y="33"/>
                    <a:pt x="127" y="32"/>
                  </a:cubicBezTo>
                  <a:cubicBezTo>
                    <a:pt x="128" y="30"/>
                    <a:pt x="128" y="28"/>
                    <a:pt x="127" y="26"/>
                  </a:cubicBezTo>
                  <a:cubicBezTo>
                    <a:pt x="127" y="25"/>
                    <a:pt x="126" y="25"/>
                    <a:pt x="126" y="24"/>
                  </a:cubicBezTo>
                  <a:cubicBezTo>
                    <a:pt x="126" y="22"/>
                    <a:pt x="127" y="17"/>
                    <a:pt x="127" y="16"/>
                  </a:cubicBezTo>
                  <a:cubicBezTo>
                    <a:pt x="127" y="14"/>
                    <a:pt x="127" y="12"/>
                    <a:pt x="126" y="9"/>
                  </a:cubicBezTo>
                  <a:cubicBezTo>
                    <a:pt x="126" y="9"/>
                    <a:pt x="125" y="7"/>
                    <a:pt x="124" y="6"/>
                  </a:cubicBezTo>
                  <a:cubicBezTo>
                    <a:pt x="121" y="6"/>
                    <a:pt x="121" y="6"/>
                    <a:pt x="121" y="6"/>
                  </a:cubicBezTo>
                  <a:cubicBezTo>
                    <a:pt x="120" y="4"/>
                    <a:pt x="120" y="4"/>
                    <a:pt x="120" y="4"/>
                  </a:cubicBezTo>
                  <a:cubicBezTo>
                    <a:pt x="114" y="0"/>
                    <a:pt x="108" y="3"/>
                    <a:pt x="104" y="4"/>
                  </a:cubicBezTo>
                  <a:cubicBezTo>
                    <a:pt x="102" y="5"/>
                    <a:pt x="100" y="7"/>
                    <a:pt x="99" y="9"/>
                  </a:cubicBezTo>
                  <a:cubicBezTo>
                    <a:pt x="99" y="10"/>
                    <a:pt x="99" y="10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100" y="11"/>
                    <a:pt x="100" y="12"/>
                    <a:pt x="100" y="12"/>
                  </a:cubicBezTo>
                  <a:cubicBezTo>
                    <a:pt x="102" y="15"/>
                    <a:pt x="101" y="20"/>
                    <a:pt x="101" y="23"/>
                  </a:cubicBezTo>
                  <a:cubicBezTo>
                    <a:pt x="101" y="24"/>
                    <a:pt x="100" y="27"/>
                    <a:pt x="98" y="29"/>
                  </a:cubicBezTo>
                  <a:cubicBezTo>
                    <a:pt x="98" y="29"/>
                    <a:pt x="98" y="30"/>
                    <a:pt x="97" y="30"/>
                  </a:cubicBezTo>
                  <a:cubicBezTo>
                    <a:pt x="97" y="32"/>
                    <a:pt x="98" y="35"/>
                    <a:pt x="99" y="36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1" y="38"/>
                    <a:pt x="101" y="40"/>
                    <a:pt x="102" y="42"/>
                  </a:cubicBezTo>
                  <a:cubicBezTo>
                    <a:pt x="102" y="43"/>
                    <a:pt x="103" y="44"/>
                    <a:pt x="104" y="46"/>
                  </a:cubicBezTo>
                  <a:cubicBezTo>
                    <a:pt x="102" y="46"/>
                    <a:pt x="102" y="46"/>
                    <a:pt x="102" y="46"/>
                  </a:cubicBezTo>
                  <a:cubicBezTo>
                    <a:pt x="102" y="47"/>
                    <a:pt x="102" y="47"/>
                    <a:pt x="102" y="47"/>
                  </a:cubicBezTo>
                  <a:cubicBezTo>
                    <a:pt x="105" y="48"/>
                    <a:pt x="109" y="50"/>
                    <a:pt x="111" y="51"/>
                  </a:cubicBezTo>
                  <a:cubicBezTo>
                    <a:pt x="113" y="52"/>
                    <a:pt x="116" y="53"/>
                    <a:pt x="118" y="54"/>
                  </a:cubicBezTo>
                  <a:cubicBezTo>
                    <a:pt x="119" y="55"/>
                    <a:pt x="120" y="55"/>
                    <a:pt x="121" y="55"/>
                  </a:cubicBezTo>
                  <a:cubicBezTo>
                    <a:pt x="126" y="57"/>
                    <a:pt x="131" y="58"/>
                    <a:pt x="133" y="64"/>
                  </a:cubicBezTo>
                  <a:cubicBezTo>
                    <a:pt x="134" y="65"/>
                    <a:pt x="134" y="65"/>
                    <a:pt x="134" y="65"/>
                  </a:cubicBezTo>
                  <a:cubicBezTo>
                    <a:pt x="134" y="65"/>
                    <a:pt x="134" y="65"/>
                    <a:pt x="134" y="65"/>
                  </a:cubicBezTo>
                  <a:cubicBezTo>
                    <a:pt x="134" y="67"/>
                    <a:pt x="134" y="69"/>
                    <a:pt x="134" y="71"/>
                  </a:cubicBezTo>
                  <a:cubicBezTo>
                    <a:pt x="134" y="72"/>
                    <a:pt x="134" y="74"/>
                    <a:pt x="134" y="75"/>
                  </a:cubicBezTo>
                  <a:cubicBezTo>
                    <a:pt x="151" y="75"/>
                    <a:pt x="151" y="75"/>
                    <a:pt x="151" y="75"/>
                  </a:cubicBezTo>
                  <a:cubicBezTo>
                    <a:pt x="151" y="71"/>
                    <a:pt x="150" y="65"/>
                    <a:pt x="150" y="6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noAutofit/>
            </a:bodyPr>
            <a:lstStyle/>
            <a:p>
              <a:pPr algn="ctr" fontAlgn="base"/>
              <a:endParaRPr kumimoji="1" lang="ko-KR" altLang="en-US" sz="1000" spc="-3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22" name="Freeform 684"/>
            <p:cNvSpPr>
              <a:spLocks/>
            </p:cNvSpPr>
            <p:nvPr/>
          </p:nvSpPr>
          <p:spPr bwMode="auto">
            <a:xfrm>
              <a:off x="3392917" y="6108587"/>
              <a:ext cx="386036" cy="362990"/>
            </a:xfrm>
            <a:custGeom>
              <a:avLst/>
              <a:gdLst>
                <a:gd name="T0" fmla="*/ 114 w 115"/>
                <a:gd name="T1" fmla="*/ 91 h 108"/>
                <a:gd name="T2" fmla="*/ 101 w 115"/>
                <a:gd name="T3" fmla="*/ 82 h 108"/>
                <a:gd name="T4" fmla="*/ 83 w 115"/>
                <a:gd name="T5" fmla="*/ 75 h 108"/>
                <a:gd name="T6" fmla="*/ 78 w 115"/>
                <a:gd name="T7" fmla="*/ 73 h 108"/>
                <a:gd name="T8" fmla="*/ 73 w 115"/>
                <a:gd name="T9" fmla="*/ 65 h 108"/>
                <a:gd name="T10" fmla="*/ 70 w 115"/>
                <a:gd name="T11" fmla="*/ 65 h 108"/>
                <a:gd name="T12" fmla="*/ 73 w 115"/>
                <a:gd name="T13" fmla="*/ 59 h 108"/>
                <a:gd name="T14" fmla="*/ 74 w 115"/>
                <a:gd name="T15" fmla="*/ 51 h 108"/>
                <a:gd name="T16" fmla="*/ 78 w 115"/>
                <a:gd name="T17" fmla="*/ 48 h 108"/>
                <a:gd name="T18" fmla="*/ 80 w 115"/>
                <a:gd name="T19" fmla="*/ 44 h 108"/>
                <a:gd name="T20" fmla="*/ 79 w 115"/>
                <a:gd name="T21" fmla="*/ 35 h 108"/>
                <a:gd name="T22" fmla="*/ 78 w 115"/>
                <a:gd name="T23" fmla="*/ 32 h 108"/>
                <a:gd name="T24" fmla="*/ 79 w 115"/>
                <a:gd name="T25" fmla="*/ 21 h 108"/>
                <a:gd name="T26" fmla="*/ 78 w 115"/>
                <a:gd name="T27" fmla="*/ 12 h 108"/>
                <a:gd name="T28" fmla="*/ 75 w 115"/>
                <a:gd name="T29" fmla="*/ 8 h 108"/>
                <a:gd name="T30" fmla="*/ 71 w 115"/>
                <a:gd name="T31" fmla="*/ 7 h 108"/>
                <a:gd name="T32" fmla="*/ 69 w 115"/>
                <a:gd name="T33" fmla="*/ 5 h 108"/>
                <a:gd name="T34" fmla="*/ 44 w 115"/>
                <a:gd name="T35" fmla="*/ 6 h 108"/>
                <a:gd name="T36" fmla="*/ 35 w 115"/>
                <a:gd name="T37" fmla="*/ 31 h 108"/>
                <a:gd name="T38" fmla="*/ 34 w 115"/>
                <a:gd name="T39" fmla="*/ 37 h 108"/>
                <a:gd name="T40" fmla="*/ 37 w 115"/>
                <a:gd name="T41" fmla="*/ 49 h 108"/>
                <a:gd name="T42" fmla="*/ 40 w 115"/>
                <a:gd name="T43" fmla="*/ 50 h 108"/>
                <a:gd name="T44" fmla="*/ 41 w 115"/>
                <a:gd name="T45" fmla="*/ 59 h 108"/>
                <a:gd name="T46" fmla="*/ 44 w 115"/>
                <a:gd name="T47" fmla="*/ 65 h 108"/>
                <a:gd name="T48" fmla="*/ 42 w 115"/>
                <a:gd name="T49" fmla="*/ 65 h 108"/>
                <a:gd name="T50" fmla="*/ 37 w 115"/>
                <a:gd name="T51" fmla="*/ 73 h 108"/>
                <a:gd name="T52" fmla="*/ 32 w 115"/>
                <a:gd name="T53" fmla="*/ 75 h 108"/>
                <a:gd name="T54" fmla="*/ 14 w 115"/>
                <a:gd name="T55" fmla="*/ 82 h 108"/>
                <a:gd name="T56" fmla="*/ 0 w 115"/>
                <a:gd name="T57" fmla="*/ 91 h 108"/>
                <a:gd name="T58" fmla="*/ 0 w 115"/>
                <a:gd name="T59" fmla="*/ 108 h 108"/>
                <a:gd name="T60" fmla="*/ 50 w 115"/>
                <a:gd name="T61" fmla="*/ 108 h 108"/>
                <a:gd name="T62" fmla="*/ 54 w 115"/>
                <a:gd name="T63" fmla="*/ 83 h 108"/>
                <a:gd name="T64" fmla="*/ 51 w 115"/>
                <a:gd name="T65" fmla="*/ 77 h 108"/>
                <a:gd name="T66" fmla="*/ 58 w 115"/>
                <a:gd name="T67" fmla="*/ 73 h 108"/>
                <a:gd name="T68" fmla="*/ 64 w 115"/>
                <a:gd name="T69" fmla="*/ 77 h 108"/>
                <a:gd name="T70" fmla="*/ 61 w 115"/>
                <a:gd name="T71" fmla="*/ 83 h 108"/>
                <a:gd name="T72" fmla="*/ 67 w 115"/>
                <a:gd name="T73" fmla="*/ 108 h 108"/>
                <a:gd name="T74" fmla="*/ 115 w 115"/>
                <a:gd name="T75" fmla="*/ 108 h 108"/>
                <a:gd name="T76" fmla="*/ 114 w 115"/>
                <a:gd name="T77" fmla="*/ 91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15" h="108">
                  <a:moveTo>
                    <a:pt x="114" y="91"/>
                  </a:moveTo>
                  <a:cubicBezTo>
                    <a:pt x="112" y="85"/>
                    <a:pt x="106" y="85"/>
                    <a:pt x="101" y="82"/>
                  </a:cubicBezTo>
                  <a:cubicBezTo>
                    <a:pt x="95" y="80"/>
                    <a:pt x="89" y="77"/>
                    <a:pt x="83" y="75"/>
                  </a:cubicBezTo>
                  <a:cubicBezTo>
                    <a:pt x="81" y="74"/>
                    <a:pt x="80" y="74"/>
                    <a:pt x="78" y="73"/>
                  </a:cubicBezTo>
                  <a:cubicBezTo>
                    <a:pt x="76" y="72"/>
                    <a:pt x="74" y="68"/>
                    <a:pt x="73" y="65"/>
                  </a:cubicBezTo>
                  <a:cubicBezTo>
                    <a:pt x="72" y="65"/>
                    <a:pt x="71" y="65"/>
                    <a:pt x="70" y="65"/>
                  </a:cubicBezTo>
                  <a:cubicBezTo>
                    <a:pt x="70" y="61"/>
                    <a:pt x="72" y="61"/>
                    <a:pt x="73" y="59"/>
                  </a:cubicBezTo>
                  <a:cubicBezTo>
                    <a:pt x="74" y="56"/>
                    <a:pt x="73" y="53"/>
                    <a:pt x="74" y="51"/>
                  </a:cubicBezTo>
                  <a:cubicBezTo>
                    <a:pt x="75" y="50"/>
                    <a:pt x="77" y="50"/>
                    <a:pt x="78" y="48"/>
                  </a:cubicBezTo>
                  <a:cubicBezTo>
                    <a:pt x="79" y="47"/>
                    <a:pt x="79" y="45"/>
                    <a:pt x="80" y="44"/>
                  </a:cubicBezTo>
                  <a:cubicBezTo>
                    <a:pt x="80" y="41"/>
                    <a:pt x="80" y="38"/>
                    <a:pt x="79" y="35"/>
                  </a:cubicBezTo>
                  <a:cubicBezTo>
                    <a:pt x="78" y="33"/>
                    <a:pt x="78" y="33"/>
                    <a:pt x="78" y="32"/>
                  </a:cubicBezTo>
                  <a:cubicBezTo>
                    <a:pt x="78" y="29"/>
                    <a:pt x="78" y="22"/>
                    <a:pt x="79" y="21"/>
                  </a:cubicBezTo>
                  <a:cubicBezTo>
                    <a:pt x="79" y="17"/>
                    <a:pt x="78" y="16"/>
                    <a:pt x="78" y="12"/>
                  </a:cubicBezTo>
                  <a:cubicBezTo>
                    <a:pt x="78" y="12"/>
                    <a:pt x="76" y="9"/>
                    <a:pt x="75" y="8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69" y="5"/>
                    <a:pt x="69" y="5"/>
                    <a:pt x="69" y="5"/>
                  </a:cubicBezTo>
                  <a:cubicBezTo>
                    <a:pt x="59" y="0"/>
                    <a:pt x="50" y="3"/>
                    <a:pt x="44" y="6"/>
                  </a:cubicBezTo>
                  <a:cubicBezTo>
                    <a:pt x="37" y="8"/>
                    <a:pt x="32" y="15"/>
                    <a:pt x="35" y="31"/>
                  </a:cubicBezTo>
                  <a:cubicBezTo>
                    <a:pt x="36" y="34"/>
                    <a:pt x="34" y="35"/>
                    <a:pt x="34" y="37"/>
                  </a:cubicBezTo>
                  <a:cubicBezTo>
                    <a:pt x="34" y="40"/>
                    <a:pt x="34" y="48"/>
                    <a:pt x="37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3"/>
                    <a:pt x="41" y="56"/>
                    <a:pt x="41" y="59"/>
                  </a:cubicBezTo>
                  <a:cubicBezTo>
                    <a:pt x="42" y="62"/>
                    <a:pt x="43" y="62"/>
                    <a:pt x="44" y="65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41" y="68"/>
                    <a:pt x="39" y="72"/>
                    <a:pt x="37" y="73"/>
                  </a:cubicBezTo>
                  <a:cubicBezTo>
                    <a:pt x="35" y="74"/>
                    <a:pt x="33" y="74"/>
                    <a:pt x="32" y="75"/>
                  </a:cubicBezTo>
                  <a:cubicBezTo>
                    <a:pt x="26" y="77"/>
                    <a:pt x="20" y="80"/>
                    <a:pt x="14" y="82"/>
                  </a:cubicBezTo>
                  <a:cubicBezTo>
                    <a:pt x="9" y="85"/>
                    <a:pt x="2" y="85"/>
                    <a:pt x="0" y="91"/>
                  </a:cubicBezTo>
                  <a:cubicBezTo>
                    <a:pt x="0" y="95"/>
                    <a:pt x="0" y="103"/>
                    <a:pt x="0" y="108"/>
                  </a:cubicBezTo>
                  <a:cubicBezTo>
                    <a:pt x="50" y="108"/>
                    <a:pt x="50" y="108"/>
                    <a:pt x="50" y="108"/>
                  </a:cubicBezTo>
                  <a:cubicBezTo>
                    <a:pt x="54" y="83"/>
                    <a:pt x="54" y="83"/>
                    <a:pt x="54" y="83"/>
                  </a:cubicBezTo>
                  <a:cubicBezTo>
                    <a:pt x="51" y="77"/>
                    <a:pt x="51" y="77"/>
                    <a:pt x="51" y="77"/>
                  </a:cubicBezTo>
                  <a:cubicBezTo>
                    <a:pt x="58" y="73"/>
                    <a:pt x="58" y="73"/>
                    <a:pt x="58" y="73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61" y="83"/>
                    <a:pt x="61" y="83"/>
                    <a:pt x="61" y="83"/>
                  </a:cubicBezTo>
                  <a:cubicBezTo>
                    <a:pt x="67" y="108"/>
                    <a:pt x="67" y="108"/>
                    <a:pt x="67" y="108"/>
                  </a:cubicBezTo>
                  <a:cubicBezTo>
                    <a:pt x="115" y="108"/>
                    <a:pt x="115" y="108"/>
                    <a:pt x="115" y="108"/>
                  </a:cubicBezTo>
                  <a:cubicBezTo>
                    <a:pt x="115" y="103"/>
                    <a:pt x="114" y="95"/>
                    <a:pt x="114" y="91"/>
                  </a:cubicBezTo>
                  <a:close/>
                </a:path>
              </a:pathLst>
            </a:custGeom>
            <a:solidFill>
              <a:srgbClr val="9B9B9B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noAutofit/>
            </a:bodyPr>
            <a:lstStyle/>
            <a:p>
              <a:pPr algn="ctr" fontAlgn="base"/>
              <a:endParaRPr kumimoji="1" lang="ko-KR" altLang="en-US" sz="1000" spc="-3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grpSp>
        <p:nvGrpSpPr>
          <p:cNvPr id="123" name="그룹 122"/>
          <p:cNvGrpSpPr/>
          <p:nvPr/>
        </p:nvGrpSpPr>
        <p:grpSpPr>
          <a:xfrm>
            <a:off x="4518194" y="8913698"/>
            <a:ext cx="1791247" cy="216000"/>
            <a:chOff x="4446065" y="8792677"/>
            <a:chExt cx="1791247" cy="216000"/>
          </a:xfrm>
        </p:grpSpPr>
        <p:sp>
          <p:nvSpPr>
            <p:cNvPr id="124" name="직사각형 123"/>
            <p:cNvSpPr/>
            <p:nvPr/>
          </p:nvSpPr>
          <p:spPr>
            <a:xfrm flipH="1">
              <a:off x="4797424" y="8792677"/>
              <a:ext cx="1439888" cy="21600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spc="-30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25" name="양쪽 대괄호 124"/>
            <p:cNvSpPr/>
            <p:nvPr/>
          </p:nvSpPr>
          <p:spPr>
            <a:xfrm>
              <a:off x="4446065" y="8792677"/>
              <a:ext cx="1791247" cy="216000"/>
            </a:xfrm>
            <a:prstGeom prst="bracketPair">
              <a:avLst>
                <a:gd name="adj" fmla="val 0"/>
              </a:avLst>
            </a:prstGeom>
            <a:ln w="12700">
              <a:solidFill>
                <a:schemeClr val="bg1">
                  <a:lumMod val="6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63505" rtlCol="0" anchor="ctr"/>
            <a:lstStyle/>
            <a:p>
              <a:pPr indent="-150015" fontAlgn="ctr" latinLnBrk="0">
                <a:buClr>
                  <a:prstClr val="white">
                    <a:lumMod val="65000"/>
                  </a:prstClr>
                </a:buClr>
                <a:buSzPct val="80000"/>
              </a:pPr>
              <a:r>
                <a:rPr kumimoji="1"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범례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5043261" y="8831427"/>
              <a:ext cx="1060868" cy="1384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defTabSz="914315">
                <a:defRPr kumimoji="1" sz="110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16200000" scaled="1"/>
                  </a:gradFill>
                  <a:latin typeface="Rix모던고딕 B" pitchFamily="18" charset="-127"/>
                  <a:ea typeface="Rix모던고딕 B" pitchFamily="18" charset="-127"/>
                </a:defRPr>
              </a:lvl1pPr>
              <a:lvl2pPr marL="742950" indent="-285750" defTabSz="914315">
                <a:defRPr kumimoji="1"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14315">
                <a:defRPr kumimoji="1"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14315">
                <a:defRPr kumimoji="1"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14315">
                <a:defRPr kumimoji="1"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14315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14315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14315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14315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굴림" pitchFamily="50" charset="-127"/>
                  <a:ea typeface="굴림" pitchFamily="50" charset="-127"/>
                </a:defRPr>
              </a:lvl9pPr>
            </a:lstStyle>
            <a:p>
              <a:r>
                <a:rPr lang="ko-KR" altLang="en-US" sz="900" kern="0" spc="-3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상세</a:t>
              </a:r>
              <a:r>
                <a:rPr lang="en-US" altLang="ko-KR" sz="900" kern="0" spc="-3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</a:t>
              </a:r>
              <a:r>
                <a:rPr lang="ko-KR" altLang="en-US" sz="900" kern="0" spc="-3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내용 작성 바랍니다</a:t>
              </a:r>
              <a:endParaRPr lang="ko-KR" altLang="en-US" sz="900" kern="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27" name="이등변 삼각형 126"/>
            <p:cNvSpPr/>
            <p:nvPr/>
          </p:nvSpPr>
          <p:spPr>
            <a:xfrm>
              <a:off x="4875884" y="8844629"/>
              <a:ext cx="130032" cy="112096"/>
            </a:xfrm>
            <a:prstGeom prst="triangle">
              <a:avLst/>
            </a:prstGeom>
            <a:solidFill>
              <a:srgbClr val="5F5F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noAutofit/>
            </a:bodyPr>
            <a:lstStyle/>
            <a:p>
              <a:pPr algn="ctr" fontAlgn="base"/>
              <a:endParaRPr kumimoji="1" lang="ko-KR" altLang="en-US" sz="1000" spc="-3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sp>
        <p:nvSpPr>
          <p:cNvPr id="128" name="직사각형 127"/>
          <p:cNvSpPr>
            <a:spLocks noChangeArrowheads="1"/>
          </p:cNvSpPr>
          <p:nvPr/>
        </p:nvSpPr>
        <p:spPr bwMode="auto">
          <a:xfrm>
            <a:off x="4694364" y="3998154"/>
            <a:ext cx="1520597" cy="184666"/>
          </a:xfrm>
          <a:prstGeom prst="rect">
            <a:avLst/>
          </a:prstGeom>
          <a:noFill/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ctr" fontAlgn="ctr" latinLnBrk="0"/>
            <a:r>
              <a:rPr kumimoji="1" lang="ko-KR" altLang="en-US" sz="1200" dirty="0">
                <a:solidFill>
                  <a:srgbClr val="004C9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강조 텍스트 </a:t>
            </a:r>
            <a:r>
              <a:rPr kumimoji="1" lang="ko-KR" altLang="en-US" sz="1200" dirty="0" smtClean="0">
                <a:solidFill>
                  <a:srgbClr val="004C9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가운데</a:t>
            </a:r>
            <a:endParaRPr kumimoji="1" lang="ko-KR" altLang="en-US" sz="1200" dirty="0">
              <a:solidFill>
                <a:srgbClr val="004C98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29" name="오른쪽 화살표 128"/>
          <p:cNvSpPr/>
          <p:nvPr/>
        </p:nvSpPr>
        <p:spPr>
          <a:xfrm>
            <a:off x="-1310955" y="1934060"/>
            <a:ext cx="1589193" cy="641494"/>
          </a:xfrm>
          <a:prstGeom prst="rightArrow">
            <a:avLst>
              <a:gd name="adj1" fmla="val 66680"/>
              <a:gd name="adj2" fmla="val 37661"/>
            </a:avLst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rgbClr val="FFFF00"/>
                </a:solidFill>
              </a:rPr>
              <a:t>내용 작성 영역</a:t>
            </a:r>
            <a:r>
              <a:rPr lang="en-US" altLang="ko-KR" sz="900" b="1" dirty="0" smtClean="0">
                <a:solidFill>
                  <a:srgbClr val="FFFF00"/>
                </a:solidFill>
              </a:rPr>
              <a:t/>
            </a:r>
            <a:br>
              <a:rPr lang="en-US" altLang="ko-KR" sz="900" b="1" dirty="0" smtClean="0">
                <a:solidFill>
                  <a:srgbClr val="FFFF00"/>
                </a:solidFill>
              </a:rPr>
            </a:br>
            <a:r>
              <a:rPr lang="en-US" altLang="ko-KR" sz="900" b="1" dirty="0" smtClean="0">
                <a:solidFill>
                  <a:srgbClr val="FFFF00"/>
                </a:solidFill>
              </a:rPr>
              <a:t>(</a:t>
            </a:r>
            <a:r>
              <a:rPr lang="ko-KR" altLang="en-US" sz="900" b="1" dirty="0">
                <a:solidFill>
                  <a:srgbClr val="FFFF00"/>
                </a:solidFill>
              </a:rPr>
              <a:t>소제목이 있는 </a:t>
            </a:r>
            <a:r>
              <a:rPr lang="ko-KR" altLang="en-US" sz="900" b="1" dirty="0" smtClean="0">
                <a:solidFill>
                  <a:srgbClr val="FFFF00"/>
                </a:solidFill>
              </a:rPr>
              <a:t>경우</a:t>
            </a:r>
            <a:r>
              <a:rPr lang="en-US" altLang="ko-KR" sz="900" b="1" dirty="0" smtClean="0">
                <a:solidFill>
                  <a:srgbClr val="FFFF00"/>
                </a:solidFill>
              </a:rPr>
              <a:t>)</a:t>
            </a:r>
            <a:endParaRPr lang="ko-KR" altLang="en-US" sz="900" b="1" dirty="0">
              <a:solidFill>
                <a:srgbClr val="FFFF00"/>
              </a:solidFill>
            </a:endParaRPr>
          </a:p>
        </p:txBody>
      </p:sp>
      <p:sp>
        <p:nvSpPr>
          <p:cNvPr id="130" name="오른쪽 화살표 129"/>
          <p:cNvSpPr/>
          <p:nvPr/>
        </p:nvSpPr>
        <p:spPr>
          <a:xfrm flipH="1">
            <a:off x="6553200" y="1674980"/>
            <a:ext cx="1589193" cy="641494"/>
          </a:xfrm>
          <a:prstGeom prst="rightArrow">
            <a:avLst>
              <a:gd name="adj1" fmla="val 66680"/>
              <a:gd name="adj2" fmla="val 37661"/>
            </a:avLst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rgbClr val="FFFF00"/>
                </a:solidFill>
              </a:rPr>
              <a:t>내용 작성 영역</a:t>
            </a:r>
            <a:endParaRPr lang="ko-KR" altLang="en-US" sz="900" b="1" dirty="0">
              <a:solidFill>
                <a:srgbClr val="FFFF00"/>
              </a:solidFill>
            </a:endParaRPr>
          </a:p>
        </p:txBody>
      </p:sp>
      <p:grpSp>
        <p:nvGrpSpPr>
          <p:cNvPr id="131" name="그룹 130"/>
          <p:cNvGrpSpPr/>
          <p:nvPr/>
        </p:nvGrpSpPr>
        <p:grpSpPr>
          <a:xfrm>
            <a:off x="2144794" y="6868244"/>
            <a:ext cx="622070" cy="352655"/>
            <a:chOff x="6396651" y="5040612"/>
            <a:chExt cx="622070" cy="352655"/>
          </a:xfrm>
        </p:grpSpPr>
        <p:sp>
          <p:nvSpPr>
            <p:cNvPr id="132" name="원통 131"/>
            <p:cNvSpPr/>
            <p:nvPr/>
          </p:nvSpPr>
          <p:spPr>
            <a:xfrm>
              <a:off x="6396651" y="5040612"/>
              <a:ext cx="622070" cy="352655"/>
            </a:xfrm>
            <a:prstGeom prst="can">
              <a:avLst>
                <a:gd name="adj" fmla="val 32066"/>
              </a:avLst>
            </a:prstGeom>
            <a:solidFill>
              <a:schemeClr val="bg1"/>
            </a:solidFill>
            <a:ln w="12700">
              <a:solidFill>
                <a:srgbClr val="0093D4"/>
              </a:solidFill>
            </a:ln>
            <a:effectLst/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ko-KR" altLang="en-US" sz="100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133" name="Rectangle 39"/>
            <p:cNvSpPr>
              <a:spLocks noChangeArrowheads="1"/>
            </p:cNvSpPr>
            <p:nvPr/>
          </p:nvSpPr>
          <p:spPr bwMode="gray">
            <a:xfrm>
              <a:off x="6619521" y="5195231"/>
              <a:ext cx="176330" cy="153888"/>
            </a:xfrm>
            <a:prstGeom prst="rect">
              <a:avLst/>
            </a:prstGeom>
            <a:noFill/>
            <a:extLst/>
          </p:spPr>
          <p:txBody>
            <a:bodyPr wrap="none" lIns="0" tIns="0" rIns="0" bIns="0" rtlCol="0" anchor="ctr">
              <a:spAutoFit/>
            </a:bodyPr>
            <a:lstStyle/>
            <a:p>
              <a:pPr algn="ctr" latinLnBrk="0"/>
              <a:r>
                <a:rPr lang="en-US" altLang="ko-KR" sz="1000" dirty="0">
                  <a:solidFill>
                    <a:srgbClr val="0093D4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Segoe UI" panose="020B0502040204020203" pitchFamily="34" charset="0"/>
                </a:rPr>
                <a:t>DB</a:t>
              </a:r>
              <a:endParaRPr lang="ko-KR" altLang="en-US" sz="1000" dirty="0">
                <a:solidFill>
                  <a:srgbClr val="0093D4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Segoe UI" panose="020B0502040204020203" pitchFamily="34" charset="0"/>
              </a:endParaRPr>
            </a:p>
          </p:txBody>
        </p:sp>
      </p:grpSp>
      <p:grpSp>
        <p:nvGrpSpPr>
          <p:cNvPr id="134" name="그룹 133"/>
          <p:cNvGrpSpPr/>
          <p:nvPr/>
        </p:nvGrpSpPr>
        <p:grpSpPr>
          <a:xfrm>
            <a:off x="2144794" y="6439619"/>
            <a:ext cx="622070" cy="352655"/>
            <a:chOff x="7158651" y="5040612"/>
            <a:chExt cx="622070" cy="352655"/>
          </a:xfrm>
        </p:grpSpPr>
        <p:sp>
          <p:nvSpPr>
            <p:cNvPr id="135" name="원통 134"/>
            <p:cNvSpPr/>
            <p:nvPr/>
          </p:nvSpPr>
          <p:spPr>
            <a:xfrm>
              <a:off x="7158651" y="5040612"/>
              <a:ext cx="622070" cy="352655"/>
            </a:xfrm>
            <a:prstGeom prst="can">
              <a:avLst>
                <a:gd name="adj" fmla="val 32066"/>
              </a:avLst>
            </a:prstGeom>
            <a:solidFill>
              <a:schemeClr val="bg1"/>
            </a:solidFill>
            <a:ln w="12700">
              <a:solidFill>
                <a:srgbClr val="CCCCCC"/>
              </a:solidFill>
            </a:ln>
            <a:effectLst/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ko-KR" altLang="en-US" sz="100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136" name="Rectangle 39"/>
            <p:cNvSpPr>
              <a:spLocks noChangeArrowheads="1"/>
            </p:cNvSpPr>
            <p:nvPr/>
          </p:nvSpPr>
          <p:spPr bwMode="gray">
            <a:xfrm>
              <a:off x="7381521" y="5195231"/>
              <a:ext cx="176330" cy="153888"/>
            </a:xfrm>
            <a:prstGeom prst="rect">
              <a:avLst/>
            </a:prstGeom>
            <a:noFill/>
            <a:extLst/>
          </p:spPr>
          <p:txBody>
            <a:bodyPr wrap="none" lIns="0" tIns="0" rIns="0" bIns="0" rtlCol="0" anchor="ctr">
              <a:spAutoFit/>
            </a:bodyPr>
            <a:lstStyle/>
            <a:p>
              <a:pPr algn="ctr" latinLnBrk="0"/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Segoe UI" panose="020B0502040204020203" pitchFamily="34" charset="0"/>
                </a:rPr>
                <a:t>DB</a:t>
              </a:r>
              <a:endPara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Segoe UI" panose="020B0502040204020203" pitchFamily="34" charset="0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5287962" y="1443320"/>
            <a:ext cx="1230644" cy="198000"/>
            <a:chOff x="5287962" y="1441732"/>
            <a:chExt cx="1230644" cy="198000"/>
          </a:xfrm>
        </p:grpSpPr>
        <p:sp>
          <p:nvSpPr>
            <p:cNvPr id="138" name="Rectangle 258"/>
            <p:cNvSpPr>
              <a:spLocks noChangeArrowheads="1"/>
            </p:cNvSpPr>
            <p:nvPr/>
          </p:nvSpPr>
          <p:spPr bwMode="gray">
            <a:xfrm>
              <a:off x="5287962" y="1441732"/>
              <a:ext cx="1230644" cy="198000"/>
            </a:xfrm>
            <a:prstGeom prst="round2SameRect">
              <a:avLst>
                <a:gd name="adj1" fmla="val 30467"/>
                <a:gd name="adj2" fmla="val 0"/>
              </a:avLst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  <p:sp>
          <p:nvSpPr>
            <p:cNvPr id="139" name="직사각형 138"/>
            <p:cNvSpPr/>
            <p:nvPr/>
          </p:nvSpPr>
          <p:spPr bwMode="gray">
            <a:xfrm>
              <a:off x="5360423" y="1471482"/>
              <a:ext cx="645690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요구사항번호</a:t>
              </a:r>
              <a:r>
                <a:rPr kumimoji="0" lang="en-US" altLang="ko-KR" sz="900" b="0" i="0" u="none" strike="noStrike" kern="1200" cap="none" spc="-30" normalizeH="0" baseline="0" noProof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: </a:t>
              </a:r>
              <a:endParaRPr kumimoji="0" lang="en-US" altLang="ko-KR" sz="900" b="0" i="0" u="none" strike="noStrike" kern="1200" cap="none" spc="-3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sp>
          <p:nvSpPr>
            <p:cNvPr id="140" name="직사각형 139"/>
            <p:cNvSpPr/>
            <p:nvPr/>
          </p:nvSpPr>
          <p:spPr bwMode="gray">
            <a:xfrm>
              <a:off x="6008448" y="1471482"/>
              <a:ext cx="422553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 dirty="0" smtClean="0">
                  <a:solidFill>
                    <a:prstClr val="black"/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PMR-02</a:t>
              </a:r>
              <a:endParaRPr kumimoji="0" lang="en-US" altLang="ko-KR" sz="900" b="0" i="0" u="none" strike="noStrike" kern="1200" cap="none" spc="-3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692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10"/>
          <p:cNvSpPr txBox="1">
            <a:spLocks noChangeArrowheads="1"/>
          </p:cNvSpPr>
          <p:nvPr/>
        </p:nvSpPr>
        <p:spPr bwMode="gray">
          <a:xfrm>
            <a:off x="333375" y="787684"/>
            <a:ext cx="6184697" cy="49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1.1 </a:t>
            </a:r>
            <a:r>
              <a:rPr lang="ko-KR" altLang="en-US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페이지제목 </a:t>
            </a:r>
            <a:r>
              <a:rPr lang="en-US" altLang="ko-KR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 </a:t>
            </a:r>
            <a:r>
              <a:rPr lang="en-US" altLang="ko-KR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en-US" altLang="ko-KR" sz="1100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KoPub</a:t>
            </a:r>
            <a:r>
              <a:rPr lang="en-US" altLang="ko-KR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돋움체 </a:t>
            </a:r>
            <a:r>
              <a:rPr lang="en-US" altLang="ko-KR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Bold 11pt)</a:t>
            </a:r>
          </a:p>
          <a:p>
            <a:pPr eaLnBrk="1" latinLnBrk="0" hangingPunct="1">
              <a:lnSpc>
                <a:spcPct val="120000"/>
              </a:lnSpc>
            </a:pPr>
            <a:r>
              <a:rPr lang="en-US" altLang="ko-KR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1.1.1 </a:t>
            </a:r>
            <a:r>
              <a:rPr lang="ko-KR" altLang="en-US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페이지제목 </a:t>
            </a:r>
            <a:r>
              <a:rPr lang="en-US" altLang="ko-KR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</a:t>
            </a:r>
            <a:r>
              <a:rPr lang="ko-KR" altLang="en-US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en-US" altLang="ko-KR" sz="1600" b="0" dirty="0" err="1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KoPub</a:t>
            </a:r>
            <a:r>
              <a:rPr lang="en-US" altLang="ko-KR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돋움체 </a:t>
            </a:r>
            <a:r>
              <a:rPr lang="en-US" altLang="ko-KR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Bold 16pt)</a:t>
            </a:r>
            <a:endParaRPr lang="en-US" altLang="ko-KR" sz="1600" b="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338122" y="568206"/>
            <a:ext cx="6186503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defTabSz="914284" eaLnBrk="1" latinLnBrk="0" hangingPunct="1"/>
            <a:r>
              <a:rPr kumimoji="0" lang="en-US" altLang="ko-KR" sz="800" b="0" dirty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kumimoji="0" lang="ko-KR" altLang="en-US" sz="800" b="0" dirty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페이지제목 </a:t>
            </a:r>
            <a:r>
              <a:rPr kumimoji="0" lang="en-US" altLang="ko-KR" sz="800" b="0" dirty="0" smtClean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</a:t>
            </a:r>
            <a:endParaRPr kumimoji="0" lang="en-US" altLang="ko-KR" sz="800" b="0" dirty="0">
              <a:solidFill>
                <a:srgbClr val="4D4D4D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5" name="Text Box 8"/>
          <p:cNvSpPr txBox="1">
            <a:spLocks noChangeArrowheads="1"/>
          </p:cNvSpPr>
          <p:nvPr/>
        </p:nvSpPr>
        <p:spPr bwMode="gray">
          <a:xfrm>
            <a:off x="333376" y="1388277"/>
            <a:ext cx="6121400" cy="194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just" latinLnBrk="0">
              <a:lnSpc>
                <a:spcPct val="110000"/>
              </a:lnSpc>
              <a:defRPr sz="1200" b="0" spc="-3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ko-KR" altLang="en-US" spc="0" dirty="0" err="1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리딩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줄 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글꼴에서 한글글꼴은 </a:t>
            </a:r>
            <a:r>
              <a:rPr lang="en-US" altLang="ko-KR" spc="0" dirty="0" err="1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KoPub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돋움체 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Medium 12pt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키워드는 </a:t>
            </a:r>
            <a:r>
              <a:rPr lang="en-US" altLang="ko-KR" spc="0" dirty="0" err="1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KoPub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돋움체 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Bold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336651" y="2313611"/>
            <a:ext cx="6184698" cy="7032002"/>
            <a:chOff x="336651" y="2313611"/>
            <a:chExt cx="6184698" cy="7032002"/>
          </a:xfrm>
        </p:grpSpPr>
        <p:sp>
          <p:nvSpPr>
            <p:cNvPr id="16" name="직사각형 15"/>
            <p:cNvSpPr/>
            <p:nvPr/>
          </p:nvSpPr>
          <p:spPr>
            <a:xfrm>
              <a:off x="336651" y="2566025"/>
              <a:ext cx="6184698" cy="6779588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336651" y="2313611"/>
              <a:ext cx="6184698" cy="7032002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335557" y="1945269"/>
            <a:ext cx="6189067" cy="200055"/>
            <a:chOff x="335557" y="2352632"/>
            <a:chExt cx="6189067" cy="200055"/>
          </a:xfrm>
        </p:grpSpPr>
        <p:sp>
          <p:nvSpPr>
            <p:cNvPr id="19" name="모서리가 둥근 직사각형 18"/>
            <p:cNvSpPr/>
            <p:nvPr/>
          </p:nvSpPr>
          <p:spPr>
            <a:xfrm>
              <a:off x="476671" y="2370667"/>
              <a:ext cx="6047953" cy="163984"/>
            </a:xfrm>
            <a:prstGeom prst="roundRect">
              <a:avLst>
                <a:gd name="adj" fmla="val 0"/>
              </a:avLst>
            </a:prstGeom>
            <a:pattFill prst="ltUp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6350" cap="sq">
              <a:noFill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0" bIns="0" rtlCol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100" b="1" spc="-30" dirty="0">
                <a:solidFill>
                  <a:srgbClr val="06418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charset="0"/>
              </a:endParaRPr>
            </a:p>
          </p:txBody>
        </p:sp>
        <p:sp>
          <p:nvSpPr>
            <p:cNvPr id="20" name="Rectangle 6"/>
            <p:cNvSpPr>
              <a:spLocks noChangeArrowheads="1"/>
            </p:cNvSpPr>
            <p:nvPr/>
          </p:nvSpPr>
          <p:spPr bwMode="gray">
            <a:xfrm>
              <a:off x="335557" y="2352632"/>
              <a:ext cx="2160331" cy="200055"/>
            </a:xfrm>
            <a:prstGeom prst="rect">
              <a:avLst/>
            </a:prstGeom>
            <a:solidFill>
              <a:schemeClr val="bg1"/>
            </a:solidFill>
            <a:extLst/>
          </p:spPr>
          <p:txBody>
            <a:bodyPr wrap="none" lIns="0" tIns="0" rIns="36000" bIns="0" rtlCol="0" anchor="ctr">
              <a:spAutoFit/>
            </a:bodyPr>
            <a:lstStyle/>
            <a:p>
              <a:pPr fontAlgn="base" latinLnBrk="0">
                <a:spcBef>
                  <a:spcPct val="0"/>
                </a:spcBef>
              </a:pPr>
              <a:r>
                <a:rPr kumimoji="1" lang="ko-KR" altLang="en-US" sz="1300" dirty="0">
                  <a:latin typeface="KoPub돋움체 Bold" panose="00000800000000000000" pitchFamily="2" charset="-127"/>
                  <a:ea typeface="KoPub돋움체 Bold" panose="00000800000000000000" pitchFamily="2" charset="-127"/>
                  <a:cs typeface="Sharp Sans No1 Bold" pitchFamily="50" charset="0"/>
                </a:rPr>
                <a:t>중간바 </a:t>
              </a:r>
              <a:r>
                <a:rPr kumimoji="1" lang="en-US" altLang="ko-KR" sz="1300" dirty="0">
                  <a:latin typeface="KoPub돋움체 Bold" panose="00000800000000000000" pitchFamily="2" charset="-127"/>
                  <a:ea typeface="KoPub돋움체 Bold" panose="00000800000000000000" pitchFamily="2" charset="-127"/>
                  <a:cs typeface="Sharp Sans No1 Bold" pitchFamily="50" charset="0"/>
                </a:rPr>
                <a:t>(</a:t>
              </a:r>
              <a:r>
                <a:rPr kumimoji="1" lang="en-US" altLang="ko-KR" sz="1300" dirty="0" err="1">
                  <a:latin typeface="KoPub돋움체 Bold" panose="00000800000000000000" pitchFamily="2" charset="-127"/>
                  <a:ea typeface="KoPub돋움체 Bold" panose="00000800000000000000" pitchFamily="2" charset="-127"/>
                  <a:cs typeface="Sharp Sans No1 Bold" pitchFamily="50" charset="0"/>
                </a:rPr>
                <a:t>KoPub</a:t>
              </a:r>
              <a:r>
                <a:rPr kumimoji="1" lang="ko-KR" altLang="en-US" sz="1300" dirty="0">
                  <a:latin typeface="KoPub돋움체 Bold" panose="00000800000000000000" pitchFamily="2" charset="-127"/>
                  <a:ea typeface="KoPub돋움체 Bold" panose="00000800000000000000" pitchFamily="2" charset="-127"/>
                  <a:cs typeface="Sharp Sans No1 Bold" pitchFamily="50" charset="0"/>
                </a:rPr>
                <a:t>돋움체 </a:t>
              </a:r>
              <a:r>
                <a:rPr kumimoji="1" lang="en-US" altLang="ko-KR" sz="1300" dirty="0">
                  <a:latin typeface="KoPub돋움체 Bold" panose="00000800000000000000" pitchFamily="2" charset="-127"/>
                  <a:ea typeface="KoPub돋움체 Bold" panose="00000800000000000000" pitchFamily="2" charset="-127"/>
                  <a:cs typeface="Sharp Sans No1 Bold" pitchFamily="50" charset="0"/>
                </a:rPr>
                <a:t>Bold 13)</a:t>
              </a:r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346076" y="2279386"/>
            <a:ext cx="2267275" cy="194349"/>
            <a:chOff x="339726" y="2214106"/>
            <a:chExt cx="2267275" cy="194349"/>
          </a:xfrm>
        </p:grpSpPr>
        <p:sp>
          <p:nvSpPr>
            <p:cNvPr id="22" name="Text Box 79"/>
            <p:cNvSpPr txBox="1">
              <a:spLocks noChangeArrowheads="1"/>
            </p:cNvSpPr>
            <p:nvPr/>
          </p:nvSpPr>
          <p:spPr bwMode="gray">
            <a:xfrm>
              <a:off x="507067" y="2214106"/>
              <a:ext cx="2099934" cy="194349"/>
            </a:xfrm>
            <a:prstGeom prst="rect">
              <a:avLst/>
            </a:prstGeom>
            <a:noFill/>
            <a:extLst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latinLnBrk="0">
                <a:lnSpc>
                  <a:spcPct val="110000"/>
                </a:lnSpc>
                <a:spcAft>
                  <a:spcPts val="0"/>
                </a:spcAft>
                <a:defRPr sz="2000" spc="-70">
                  <a:ln>
                    <a:solidFill>
                      <a:srgbClr val="8FD2F7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  <a:cs typeface="Sharp Sans No1 Bold" pitchFamily="50" charset="0"/>
                </a:defRPr>
              </a:lvl1pPr>
            </a:lstStyle>
            <a:p>
              <a:r>
                <a:rPr lang="ko-KR" altLang="en-US" sz="1200" spc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소제목바</a:t>
              </a:r>
              <a:r>
                <a:rPr lang="ko-KR" altLang="en-US" sz="120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 </a:t>
              </a:r>
              <a:r>
                <a:rPr lang="en-US" altLang="ko-KR" sz="120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(</a:t>
              </a:r>
              <a:r>
                <a:rPr lang="en-US" altLang="ko-KR" sz="1200" spc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KoPub</a:t>
              </a:r>
              <a:r>
                <a:rPr lang="ko-KR" altLang="en-US" sz="120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돋움체 </a:t>
              </a:r>
              <a:r>
                <a:rPr lang="en-US" altLang="ko-KR" sz="120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Bold 12)</a:t>
              </a:r>
            </a:p>
          </p:txBody>
        </p:sp>
        <p:sp>
          <p:nvSpPr>
            <p:cNvPr id="23" name="Oval 472"/>
            <p:cNvSpPr>
              <a:spLocks noChangeArrowheads="1"/>
            </p:cNvSpPr>
            <p:nvPr/>
          </p:nvSpPr>
          <p:spPr bwMode="gray">
            <a:xfrm>
              <a:off x="339726" y="2268841"/>
              <a:ext cx="95250" cy="93663"/>
            </a:xfrm>
            <a:prstGeom prst="ellipse">
              <a:avLst/>
            </a:prstGeom>
            <a:solidFill>
              <a:srgbClr val="FFFFFF"/>
            </a:solidFill>
            <a:ln w="31750">
              <a:solidFill>
                <a:srgbClr val="EB61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latinLnBrk="0"/>
              <a:endParaRPr kumimoji="1" lang="ko-KR" altLang="ko-KR" sz="1000" kern="0">
                <a:solidFill>
                  <a:srgbClr val="000000"/>
                </a:solidFill>
                <a:latin typeface="굴림" charset="-127"/>
                <a:ea typeface="굴림" charset="-127"/>
              </a:endParaRPr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333375" y="6020337"/>
            <a:ext cx="6194424" cy="1795194"/>
            <a:chOff x="333375" y="5942807"/>
            <a:chExt cx="6194424" cy="1795194"/>
          </a:xfrm>
        </p:grpSpPr>
        <p:sp>
          <p:nvSpPr>
            <p:cNvPr id="25" name="직사각형 24"/>
            <p:cNvSpPr/>
            <p:nvPr/>
          </p:nvSpPr>
          <p:spPr bwMode="gray">
            <a:xfrm>
              <a:off x="333375" y="7021424"/>
              <a:ext cx="1980000" cy="716577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altLang="ko-KR" sz="1200" spc="-30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gray">
            <a:xfrm>
              <a:off x="2440587" y="7021424"/>
              <a:ext cx="1980000" cy="716577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altLang="ko-KR" sz="1200" spc="-30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gray">
            <a:xfrm>
              <a:off x="4547799" y="7021424"/>
              <a:ext cx="1980000" cy="716577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altLang="ko-KR" sz="1200" spc="-30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28" name="Rectangle 25"/>
            <p:cNvSpPr>
              <a:spLocks noChangeArrowheads="1"/>
            </p:cNvSpPr>
            <p:nvPr/>
          </p:nvSpPr>
          <p:spPr bwMode="auto">
            <a:xfrm flipH="1">
              <a:off x="415936" y="7122016"/>
              <a:ext cx="1804023" cy="512961"/>
            </a:xfrm>
            <a:prstGeom prst="rect">
              <a:avLst/>
            </a:prstGeom>
            <a:noFill/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내용 </a:t>
              </a:r>
              <a:r>
                <a:rPr lang="en-US" altLang="ko-KR" sz="10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KoPub</a:t>
              </a:r>
              <a:r>
                <a: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</a:t>
              </a: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돋움 </a:t>
              </a:r>
              <a:r>
                <a: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M 10pt</a:t>
              </a:r>
            </a:p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내용 </a:t>
              </a:r>
              <a:r>
                <a:rPr lang="en-US" altLang="ko-KR" sz="10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KoPub</a:t>
              </a:r>
              <a:r>
                <a: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</a:t>
              </a: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돋움 </a:t>
              </a:r>
              <a:r>
                <a: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M 10pt</a:t>
              </a:r>
            </a:p>
            <a:p>
              <a:pPr marL="179388" lvl="1" indent="-87313" defTabSz="914057" fontAlgn="base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맑은 고딕" panose="020B0503020000020004" pitchFamily="50" charset="-127"/>
                <a:buChar char="–"/>
                <a:defRPr/>
              </a:pPr>
              <a:r>
                <a:rPr lang="ko-KR" altLang="en-US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내용 </a:t>
              </a:r>
              <a:r>
                <a:rPr lang="en-US" altLang="ko-KR" sz="9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KoPub</a:t>
              </a:r>
              <a:r>
                <a:rPr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</a:t>
              </a:r>
              <a:r>
                <a:rPr lang="ko-KR" altLang="en-US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돋움 </a:t>
              </a:r>
              <a:r>
                <a:rPr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M 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9</a:t>
              </a:r>
              <a:r>
                <a:rPr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pt</a:t>
              </a:r>
              <a:endPara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endParaRPr>
            </a:p>
          </p:txBody>
        </p:sp>
        <p:sp>
          <p:nvSpPr>
            <p:cNvPr id="29" name="Rectangle 25"/>
            <p:cNvSpPr>
              <a:spLocks noChangeArrowheads="1"/>
            </p:cNvSpPr>
            <p:nvPr/>
          </p:nvSpPr>
          <p:spPr bwMode="auto">
            <a:xfrm flipH="1">
              <a:off x="2523148" y="7122016"/>
              <a:ext cx="1804023" cy="512961"/>
            </a:xfrm>
            <a:prstGeom prst="rect">
              <a:avLst/>
            </a:prstGeom>
            <a:noFill/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내용 </a:t>
              </a:r>
              <a:r>
                <a:rPr lang="en-US" altLang="ko-KR" sz="10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KoPub</a:t>
              </a:r>
              <a:r>
                <a: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</a:t>
              </a: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돋움 </a:t>
              </a:r>
              <a:r>
                <a: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M 10pt</a:t>
              </a:r>
            </a:p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내용 </a:t>
              </a:r>
              <a:r>
                <a:rPr lang="en-US" altLang="ko-KR" sz="10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KoPub</a:t>
              </a:r>
              <a:r>
                <a: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</a:t>
              </a: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돋움 </a:t>
              </a:r>
              <a:r>
                <a: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M 10pt</a:t>
              </a:r>
            </a:p>
            <a:p>
              <a:pPr marL="179388" lvl="1" indent="-87313" defTabSz="914057" fontAlgn="base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맑은 고딕" panose="020B0503020000020004" pitchFamily="50" charset="-127"/>
                <a:buChar char="–"/>
                <a:defRPr/>
              </a:pPr>
              <a:r>
                <a:rPr lang="ko-KR" altLang="en-US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내용 </a:t>
              </a:r>
              <a:r>
                <a:rPr lang="en-US" altLang="ko-KR" sz="9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KoPub</a:t>
              </a:r>
              <a:r>
                <a:rPr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</a:t>
              </a:r>
              <a:r>
                <a:rPr lang="ko-KR" altLang="en-US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돋움 </a:t>
              </a:r>
              <a:r>
                <a:rPr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M 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9</a:t>
              </a:r>
              <a:r>
                <a:rPr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pt</a:t>
              </a:r>
              <a:endPara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endParaRPr>
            </a:p>
          </p:txBody>
        </p:sp>
        <p:sp>
          <p:nvSpPr>
            <p:cNvPr id="30" name="Rectangle 25"/>
            <p:cNvSpPr>
              <a:spLocks noChangeArrowheads="1"/>
            </p:cNvSpPr>
            <p:nvPr/>
          </p:nvSpPr>
          <p:spPr bwMode="auto">
            <a:xfrm flipH="1">
              <a:off x="4630360" y="7122016"/>
              <a:ext cx="1804023" cy="512961"/>
            </a:xfrm>
            <a:prstGeom prst="rect">
              <a:avLst/>
            </a:prstGeom>
            <a:noFill/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내용 </a:t>
              </a:r>
              <a:r>
                <a:rPr lang="en-US" altLang="ko-KR" sz="10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KoPub</a:t>
              </a:r>
              <a:r>
                <a: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</a:t>
              </a: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돋움 </a:t>
              </a:r>
              <a:r>
                <a: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M 10pt</a:t>
              </a:r>
            </a:p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내용 </a:t>
              </a:r>
              <a:r>
                <a:rPr lang="en-US" altLang="ko-KR" sz="10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KoPub</a:t>
              </a:r>
              <a:r>
                <a: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</a:t>
              </a: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돋움 </a:t>
              </a:r>
              <a:r>
                <a: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M 10pt</a:t>
              </a:r>
            </a:p>
            <a:p>
              <a:pPr marL="179388" lvl="1" indent="-87313" defTabSz="914057" fontAlgn="base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맑은 고딕" panose="020B0503020000020004" pitchFamily="50" charset="-127"/>
                <a:buChar char="–"/>
                <a:defRPr/>
              </a:pPr>
              <a:r>
                <a:rPr lang="ko-KR" altLang="en-US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내용 </a:t>
              </a:r>
              <a:r>
                <a:rPr lang="en-US" altLang="ko-KR" sz="9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KoPub</a:t>
              </a:r>
              <a:r>
                <a:rPr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</a:t>
              </a:r>
              <a:r>
                <a:rPr lang="ko-KR" altLang="en-US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돋움 </a:t>
              </a:r>
              <a:r>
                <a:rPr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M 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9</a:t>
              </a:r>
              <a:r>
                <a:rPr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pt</a:t>
              </a:r>
              <a:endPara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endParaRPr>
            </a:p>
          </p:txBody>
        </p:sp>
        <p:sp>
          <p:nvSpPr>
            <p:cNvPr id="31" name="직사각형 30"/>
            <p:cNvSpPr/>
            <p:nvPr/>
          </p:nvSpPr>
          <p:spPr bwMode="gray">
            <a:xfrm>
              <a:off x="333375" y="5942808"/>
              <a:ext cx="1979812" cy="288000"/>
            </a:xfrm>
            <a:prstGeom prst="rect">
              <a:avLst/>
            </a:prstGeom>
            <a:solidFill>
              <a:srgbClr val="84B9EA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dirty="0" err="1"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KoPub</a:t>
              </a:r>
              <a:r>
                <a:rPr lang="en-US" altLang="ko-KR" sz="1200" dirty="0"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</a:t>
              </a:r>
              <a:r>
                <a:rPr lang="ko-KR" altLang="en-US" sz="1200" dirty="0"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돋움체 </a:t>
              </a:r>
              <a:r>
                <a:rPr lang="en-US" altLang="ko-KR" sz="1200" dirty="0"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B 12</a:t>
              </a:r>
            </a:p>
          </p:txBody>
        </p:sp>
        <p:sp>
          <p:nvSpPr>
            <p:cNvPr id="32" name="직사각형 31"/>
            <p:cNvSpPr/>
            <p:nvPr/>
          </p:nvSpPr>
          <p:spPr bwMode="gray">
            <a:xfrm>
              <a:off x="333375" y="5942807"/>
              <a:ext cx="1979812" cy="1795194"/>
            </a:xfrm>
            <a:prstGeom prst="rect">
              <a:avLst/>
            </a:prstGeom>
            <a:noFill/>
            <a:ln w="9525">
              <a:solidFill>
                <a:srgbClr val="84B9EA"/>
              </a:solidFill>
              <a:miter lim="800000"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noAutofit/>
            </a:bodyPr>
            <a:lstStyle/>
            <a:p>
              <a:pPr algn="ctr" latinLnBrk="0"/>
              <a:endParaRPr lang="en-US" altLang="ko-KR" sz="1200" b="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gray">
            <a:xfrm>
              <a:off x="2437178" y="5942808"/>
              <a:ext cx="1979812" cy="288000"/>
            </a:xfrm>
            <a:prstGeom prst="rect">
              <a:avLst/>
            </a:prstGeom>
            <a:solidFill>
              <a:srgbClr val="84B9EA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dirty="0" err="1"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KoPub</a:t>
              </a:r>
              <a:r>
                <a:rPr lang="en-US" altLang="ko-KR" sz="1200" dirty="0"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</a:t>
              </a:r>
              <a:r>
                <a:rPr lang="ko-KR" altLang="en-US" sz="1200" dirty="0"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돋움체 </a:t>
              </a:r>
              <a:r>
                <a:rPr lang="en-US" altLang="ko-KR" sz="1200" dirty="0"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B 12</a:t>
              </a:r>
            </a:p>
          </p:txBody>
        </p:sp>
        <p:sp>
          <p:nvSpPr>
            <p:cNvPr id="34" name="직사각형 33"/>
            <p:cNvSpPr/>
            <p:nvPr/>
          </p:nvSpPr>
          <p:spPr bwMode="gray">
            <a:xfrm>
              <a:off x="2437178" y="5942807"/>
              <a:ext cx="1979812" cy="1795194"/>
            </a:xfrm>
            <a:prstGeom prst="rect">
              <a:avLst/>
            </a:prstGeom>
            <a:noFill/>
            <a:ln w="9525">
              <a:solidFill>
                <a:srgbClr val="84B9EA"/>
              </a:solidFill>
              <a:miter lim="800000"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noAutofit/>
            </a:bodyPr>
            <a:lstStyle/>
            <a:p>
              <a:pPr algn="ctr" latinLnBrk="0"/>
              <a:endParaRPr lang="en-US" altLang="ko-KR" sz="12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35" name="직사각형 34"/>
            <p:cNvSpPr/>
            <p:nvPr/>
          </p:nvSpPr>
          <p:spPr bwMode="gray">
            <a:xfrm>
              <a:off x="4540982" y="5942808"/>
              <a:ext cx="1979812" cy="288000"/>
            </a:xfrm>
            <a:prstGeom prst="rect">
              <a:avLst/>
            </a:prstGeom>
            <a:solidFill>
              <a:srgbClr val="84B9EA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dirty="0" err="1"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KoPub</a:t>
              </a:r>
              <a:r>
                <a:rPr lang="en-US" altLang="ko-KR" sz="1200" dirty="0"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</a:t>
              </a:r>
              <a:r>
                <a:rPr lang="ko-KR" altLang="en-US" sz="1200" dirty="0"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돋움체 </a:t>
              </a:r>
              <a:r>
                <a:rPr lang="en-US" altLang="ko-KR" sz="1200" dirty="0"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B 12</a:t>
              </a:r>
            </a:p>
          </p:txBody>
        </p:sp>
        <p:sp>
          <p:nvSpPr>
            <p:cNvPr id="36" name="직사각형 35"/>
            <p:cNvSpPr/>
            <p:nvPr/>
          </p:nvSpPr>
          <p:spPr bwMode="gray">
            <a:xfrm>
              <a:off x="4540982" y="5942807"/>
              <a:ext cx="1979812" cy="1795194"/>
            </a:xfrm>
            <a:prstGeom prst="rect">
              <a:avLst/>
            </a:prstGeom>
            <a:noFill/>
            <a:ln w="9525">
              <a:solidFill>
                <a:srgbClr val="84B9EA"/>
              </a:solidFill>
              <a:miter lim="800000"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noAutofit/>
            </a:bodyPr>
            <a:lstStyle/>
            <a:p>
              <a:pPr algn="ctr" latinLnBrk="0"/>
              <a:endParaRPr lang="en-US" altLang="ko-KR" sz="12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grpSp>
        <p:nvGrpSpPr>
          <p:cNvPr id="37" name="그룹 36"/>
          <p:cNvGrpSpPr/>
          <p:nvPr/>
        </p:nvGrpSpPr>
        <p:grpSpPr>
          <a:xfrm>
            <a:off x="333375" y="2565096"/>
            <a:ext cx="6194424" cy="900000"/>
            <a:chOff x="333375" y="2509665"/>
            <a:chExt cx="6194424" cy="900000"/>
          </a:xfrm>
        </p:grpSpPr>
        <p:cxnSp>
          <p:nvCxnSpPr>
            <p:cNvPr id="38" name="직선 연결선 37"/>
            <p:cNvCxnSpPr/>
            <p:nvPr/>
          </p:nvCxnSpPr>
          <p:spPr>
            <a:xfrm>
              <a:off x="3428738" y="2509665"/>
              <a:ext cx="0" cy="900000"/>
            </a:xfrm>
            <a:prstGeom prst="line">
              <a:avLst/>
            </a:prstGeom>
            <a:ln w="15875" cap="rnd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그룹 38"/>
            <p:cNvGrpSpPr/>
            <p:nvPr/>
          </p:nvGrpSpPr>
          <p:grpSpPr>
            <a:xfrm>
              <a:off x="333375" y="2509665"/>
              <a:ext cx="3024188" cy="862030"/>
              <a:chOff x="333375" y="2509665"/>
              <a:chExt cx="3023714" cy="862030"/>
            </a:xfrm>
          </p:grpSpPr>
          <p:sp>
            <p:nvSpPr>
              <p:cNvPr id="43" name="직사각형 42"/>
              <p:cNvSpPr/>
              <p:nvPr/>
            </p:nvSpPr>
            <p:spPr bwMode="gray">
              <a:xfrm>
                <a:off x="333375" y="2509665"/>
                <a:ext cx="3023714" cy="288000"/>
              </a:xfrm>
              <a:prstGeom prst="rect">
                <a:avLst/>
              </a:prstGeom>
              <a:solidFill>
                <a:srgbClr val="004C9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ko-KR" sz="1200" dirty="0" err="1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KoPub</a:t>
                </a:r>
                <a:r>
                  <a:rPr lang="en-US" altLang="ko-KR" sz="12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 </a:t>
                </a:r>
                <a:r>
                  <a:rPr lang="ko-KR" altLang="en-US" sz="12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돋움체 </a:t>
                </a:r>
                <a:r>
                  <a:rPr lang="en-US" altLang="ko-KR" sz="12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B 12</a:t>
                </a:r>
              </a:p>
            </p:txBody>
          </p:sp>
          <p:sp>
            <p:nvSpPr>
              <p:cNvPr id="44" name="Rectangle 25"/>
              <p:cNvSpPr>
                <a:spLocks noChangeArrowheads="1"/>
              </p:cNvSpPr>
              <p:nvPr/>
            </p:nvSpPr>
            <p:spPr bwMode="auto">
              <a:xfrm flipH="1">
                <a:off x="415924" y="2858734"/>
                <a:ext cx="2911115" cy="512961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 anchorCtr="0">
                <a:spAutoFit/>
              </a:bodyPr>
              <a:lstStyle/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내용 </a:t>
                </a:r>
                <a:r>
                  <a:rPr lang="en-US" altLang="ko-KR" sz="1000" dirty="0" err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KoPub</a:t>
                </a:r>
                <a:r>
                  <a:rPr lang="en-US" altLang="ko-KR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 </a:t>
                </a:r>
                <a:r>
                  <a:rPr lang="ko-KR" altLang="en-US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돋움 </a:t>
                </a:r>
                <a:r>
                  <a:rPr lang="en-US" altLang="ko-KR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M 10pt</a:t>
                </a:r>
              </a:p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내용 </a:t>
                </a:r>
                <a:r>
                  <a:rPr lang="en-US" altLang="ko-KR" sz="1000" dirty="0" err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KoPub</a:t>
                </a:r>
                <a:r>
                  <a:rPr lang="en-US" altLang="ko-KR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 </a:t>
                </a:r>
                <a:r>
                  <a:rPr lang="ko-KR" altLang="en-US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돋움 </a:t>
                </a:r>
                <a:r>
                  <a:rPr lang="en-US" altLang="ko-KR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M 10pt</a:t>
                </a:r>
              </a:p>
              <a:p>
                <a:pPr marL="179388" lvl="1" indent="-87313" defTabSz="914057" fontAlgn="base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맑은 고딕" panose="020B0503020000020004" pitchFamily="50" charset="-127"/>
                  <a:buChar char="–"/>
                  <a:defRPr/>
                </a:pPr>
                <a:r>
                  <a:rPr lang="ko-KR" altLang="en-US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내용 </a:t>
                </a:r>
                <a:r>
                  <a:rPr lang="en-US" altLang="ko-KR" sz="900" dirty="0" err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KoPub</a:t>
                </a:r>
                <a:r>
                  <a:rPr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 </a:t>
                </a:r>
                <a:r>
                  <a:rPr lang="ko-KR" altLang="en-US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돋움 </a:t>
                </a:r>
                <a:r>
                  <a:rPr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M </a:t>
                </a:r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9</a:t>
                </a:r>
                <a:r>
                  <a:rPr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pt</a:t>
                </a:r>
                <a:endPara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40" name="그룹 39"/>
            <p:cNvGrpSpPr/>
            <p:nvPr/>
          </p:nvGrpSpPr>
          <p:grpSpPr>
            <a:xfrm>
              <a:off x="3503611" y="2509665"/>
              <a:ext cx="3024188" cy="862030"/>
              <a:chOff x="333375" y="2509665"/>
              <a:chExt cx="3023714" cy="862030"/>
            </a:xfrm>
          </p:grpSpPr>
          <p:sp>
            <p:nvSpPr>
              <p:cNvPr id="41" name="직사각형 40"/>
              <p:cNvSpPr/>
              <p:nvPr/>
            </p:nvSpPr>
            <p:spPr bwMode="gray">
              <a:xfrm>
                <a:off x="333375" y="2509665"/>
                <a:ext cx="3023714" cy="288000"/>
              </a:xfrm>
              <a:prstGeom prst="rect">
                <a:avLst/>
              </a:prstGeom>
              <a:solidFill>
                <a:srgbClr val="004C9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ko-KR" sz="1200" dirty="0" err="1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KoPub</a:t>
                </a:r>
                <a:r>
                  <a:rPr lang="en-US" altLang="ko-KR" sz="12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 </a:t>
                </a:r>
                <a:r>
                  <a:rPr lang="ko-KR" altLang="en-US" sz="12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돋움체 </a:t>
                </a:r>
                <a:r>
                  <a:rPr lang="en-US" altLang="ko-KR" sz="12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B 12</a:t>
                </a:r>
              </a:p>
            </p:txBody>
          </p:sp>
          <p:sp>
            <p:nvSpPr>
              <p:cNvPr id="42" name="Rectangle 25"/>
              <p:cNvSpPr>
                <a:spLocks noChangeArrowheads="1"/>
              </p:cNvSpPr>
              <p:nvPr/>
            </p:nvSpPr>
            <p:spPr bwMode="auto">
              <a:xfrm flipH="1">
                <a:off x="415924" y="2858734"/>
                <a:ext cx="2911115" cy="512961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 anchorCtr="0">
                <a:spAutoFit/>
              </a:bodyPr>
              <a:lstStyle/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내용 </a:t>
                </a:r>
                <a:r>
                  <a:rPr lang="en-US" altLang="ko-KR" sz="1000" dirty="0" err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KoPub</a:t>
                </a:r>
                <a:r>
                  <a:rPr lang="en-US" altLang="ko-KR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 </a:t>
                </a:r>
                <a:r>
                  <a:rPr lang="ko-KR" altLang="en-US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돋움 </a:t>
                </a:r>
                <a:r>
                  <a:rPr lang="en-US" altLang="ko-KR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M 10pt</a:t>
                </a:r>
              </a:p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내용 </a:t>
                </a:r>
                <a:r>
                  <a:rPr lang="en-US" altLang="ko-KR" sz="1000" dirty="0" err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KoPub</a:t>
                </a:r>
                <a:r>
                  <a:rPr lang="en-US" altLang="ko-KR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 </a:t>
                </a:r>
                <a:r>
                  <a:rPr lang="ko-KR" altLang="en-US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돋움 </a:t>
                </a:r>
                <a:r>
                  <a:rPr lang="en-US" altLang="ko-KR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M 10pt</a:t>
                </a:r>
              </a:p>
              <a:p>
                <a:pPr marL="179388" lvl="1" indent="-87313" defTabSz="914057" fontAlgn="base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맑은 고딕" panose="020B0503020000020004" pitchFamily="50" charset="-127"/>
                  <a:buChar char="–"/>
                  <a:defRPr/>
                </a:pPr>
                <a:r>
                  <a:rPr lang="ko-KR" altLang="en-US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내용 </a:t>
                </a:r>
                <a:r>
                  <a:rPr lang="en-US" altLang="ko-KR" sz="900" dirty="0" err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KoPub</a:t>
                </a:r>
                <a:r>
                  <a:rPr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 </a:t>
                </a:r>
                <a:r>
                  <a:rPr lang="ko-KR" altLang="en-US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돋움 </a:t>
                </a:r>
                <a:r>
                  <a:rPr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M </a:t>
                </a:r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9</a:t>
                </a:r>
                <a:r>
                  <a:rPr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pt</a:t>
                </a:r>
                <a:endPara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45" name="그룹 44"/>
          <p:cNvGrpSpPr/>
          <p:nvPr/>
        </p:nvGrpSpPr>
        <p:grpSpPr>
          <a:xfrm>
            <a:off x="333375" y="3695158"/>
            <a:ext cx="6194424" cy="900000"/>
            <a:chOff x="333375" y="3637425"/>
            <a:chExt cx="6194424" cy="900000"/>
          </a:xfrm>
        </p:grpSpPr>
        <p:grpSp>
          <p:nvGrpSpPr>
            <p:cNvPr id="46" name="그룹 45"/>
            <p:cNvGrpSpPr/>
            <p:nvPr/>
          </p:nvGrpSpPr>
          <p:grpSpPr>
            <a:xfrm>
              <a:off x="333375" y="3637425"/>
              <a:ext cx="1980000" cy="862030"/>
              <a:chOff x="333375" y="3637425"/>
              <a:chExt cx="1980000" cy="862030"/>
            </a:xfrm>
          </p:grpSpPr>
          <p:sp>
            <p:nvSpPr>
              <p:cNvPr id="55" name="직사각형 54"/>
              <p:cNvSpPr/>
              <p:nvPr/>
            </p:nvSpPr>
            <p:spPr bwMode="gray">
              <a:xfrm>
                <a:off x="333375" y="3637425"/>
                <a:ext cx="1980000" cy="288000"/>
              </a:xfrm>
              <a:prstGeom prst="rect">
                <a:avLst/>
              </a:prstGeom>
              <a:solidFill>
                <a:srgbClr val="0093D4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ko-KR" sz="1200" dirty="0" err="1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KoPub</a:t>
                </a:r>
                <a:r>
                  <a:rPr lang="en-US" altLang="ko-KR" sz="12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 </a:t>
                </a:r>
                <a:r>
                  <a:rPr lang="ko-KR" altLang="en-US" sz="12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돋움체 </a:t>
                </a:r>
                <a:r>
                  <a:rPr lang="en-US" altLang="ko-KR" sz="12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B 12</a:t>
                </a:r>
              </a:p>
            </p:txBody>
          </p:sp>
          <p:sp>
            <p:nvSpPr>
              <p:cNvPr id="56" name="Rectangle 25"/>
              <p:cNvSpPr>
                <a:spLocks noChangeArrowheads="1"/>
              </p:cNvSpPr>
              <p:nvPr/>
            </p:nvSpPr>
            <p:spPr bwMode="auto">
              <a:xfrm flipH="1">
                <a:off x="415936" y="3986494"/>
                <a:ext cx="1804023" cy="512961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 anchorCtr="0">
                <a:spAutoFit/>
              </a:bodyPr>
              <a:lstStyle/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내용 </a:t>
                </a:r>
                <a:r>
                  <a:rPr lang="en-US" altLang="ko-KR" sz="1000" dirty="0" err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KoPub</a:t>
                </a:r>
                <a:r>
                  <a:rPr lang="en-US" altLang="ko-KR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 </a:t>
                </a:r>
                <a:r>
                  <a:rPr lang="ko-KR" altLang="en-US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돋움 </a:t>
                </a:r>
                <a:r>
                  <a:rPr lang="en-US" altLang="ko-KR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M 10pt</a:t>
                </a:r>
              </a:p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내용 </a:t>
                </a:r>
                <a:r>
                  <a:rPr lang="en-US" altLang="ko-KR" sz="1000" dirty="0" err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KoPub</a:t>
                </a:r>
                <a:r>
                  <a:rPr lang="en-US" altLang="ko-KR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 </a:t>
                </a:r>
                <a:r>
                  <a:rPr lang="ko-KR" altLang="en-US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돋움 </a:t>
                </a:r>
                <a:r>
                  <a:rPr lang="en-US" altLang="ko-KR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M 10pt</a:t>
                </a:r>
              </a:p>
              <a:p>
                <a:pPr marL="179388" lvl="1" indent="-87313" defTabSz="914057" fontAlgn="base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맑은 고딕" panose="020B0503020000020004" pitchFamily="50" charset="-127"/>
                  <a:buChar char="–"/>
                  <a:defRPr/>
                </a:pPr>
                <a:r>
                  <a:rPr lang="ko-KR" altLang="en-US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내용 </a:t>
                </a:r>
                <a:r>
                  <a:rPr lang="en-US" altLang="ko-KR" sz="900" dirty="0" err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KoPub</a:t>
                </a:r>
                <a:r>
                  <a:rPr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 </a:t>
                </a:r>
                <a:r>
                  <a:rPr lang="ko-KR" altLang="en-US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돋움 </a:t>
                </a:r>
                <a:r>
                  <a:rPr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M </a:t>
                </a:r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9</a:t>
                </a:r>
                <a:r>
                  <a:rPr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pt</a:t>
                </a:r>
                <a:endPara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47" name="그룹 46"/>
            <p:cNvGrpSpPr/>
            <p:nvPr/>
          </p:nvGrpSpPr>
          <p:grpSpPr>
            <a:xfrm>
              <a:off x="2440587" y="3637425"/>
              <a:ext cx="1980000" cy="862030"/>
              <a:chOff x="333375" y="3637425"/>
              <a:chExt cx="1980000" cy="862030"/>
            </a:xfrm>
          </p:grpSpPr>
          <p:sp>
            <p:nvSpPr>
              <p:cNvPr id="53" name="직사각형 52"/>
              <p:cNvSpPr/>
              <p:nvPr/>
            </p:nvSpPr>
            <p:spPr bwMode="gray">
              <a:xfrm>
                <a:off x="333375" y="3637425"/>
                <a:ext cx="1980000" cy="288000"/>
              </a:xfrm>
              <a:prstGeom prst="rect">
                <a:avLst/>
              </a:prstGeom>
              <a:solidFill>
                <a:srgbClr val="0093D4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ko-KR" sz="1200" dirty="0" err="1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KoPub</a:t>
                </a:r>
                <a:r>
                  <a:rPr lang="en-US" altLang="ko-KR" sz="12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 </a:t>
                </a:r>
                <a:r>
                  <a:rPr lang="ko-KR" altLang="en-US" sz="12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돋움체 </a:t>
                </a:r>
                <a:r>
                  <a:rPr lang="en-US" altLang="ko-KR" sz="12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B 12</a:t>
                </a:r>
              </a:p>
            </p:txBody>
          </p:sp>
          <p:sp>
            <p:nvSpPr>
              <p:cNvPr id="54" name="Rectangle 25"/>
              <p:cNvSpPr>
                <a:spLocks noChangeArrowheads="1"/>
              </p:cNvSpPr>
              <p:nvPr/>
            </p:nvSpPr>
            <p:spPr bwMode="auto">
              <a:xfrm flipH="1">
                <a:off x="415936" y="3986494"/>
                <a:ext cx="1804023" cy="512961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 anchorCtr="0">
                <a:spAutoFit/>
              </a:bodyPr>
              <a:lstStyle/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내용 </a:t>
                </a:r>
                <a:r>
                  <a:rPr lang="en-US" altLang="ko-KR" sz="1000" dirty="0" err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KoPub</a:t>
                </a:r>
                <a:r>
                  <a:rPr lang="en-US" altLang="ko-KR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 </a:t>
                </a:r>
                <a:r>
                  <a:rPr lang="ko-KR" altLang="en-US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돋움 </a:t>
                </a:r>
                <a:r>
                  <a:rPr lang="en-US" altLang="ko-KR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M 10pt</a:t>
                </a:r>
              </a:p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내용 </a:t>
                </a:r>
                <a:r>
                  <a:rPr lang="en-US" altLang="ko-KR" sz="1000" dirty="0" err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KoPub</a:t>
                </a:r>
                <a:r>
                  <a:rPr lang="en-US" altLang="ko-KR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 </a:t>
                </a:r>
                <a:r>
                  <a:rPr lang="ko-KR" altLang="en-US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돋움 </a:t>
                </a:r>
                <a:r>
                  <a:rPr lang="en-US" altLang="ko-KR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M 10pt</a:t>
                </a:r>
              </a:p>
              <a:p>
                <a:pPr marL="179388" lvl="1" indent="-87313" defTabSz="914057" fontAlgn="base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맑은 고딕" panose="020B0503020000020004" pitchFamily="50" charset="-127"/>
                  <a:buChar char="–"/>
                  <a:defRPr/>
                </a:pPr>
                <a:r>
                  <a:rPr lang="ko-KR" altLang="en-US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내용 </a:t>
                </a:r>
                <a:r>
                  <a:rPr lang="en-US" altLang="ko-KR" sz="900" dirty="0" err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KoPub</a:t>
                </a:r>
                <a:r>
                  <a:rPr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 </a:t>
                </a:r>
                <a:r>
                  <a:rPr lang="ko-KR" altLang="en-US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돋움 </a:t>
                </a:r>
                <a:r>
                  <a:rPr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M </a:t>
                </a:r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9</a:t>
                </a:r>
                <a:r>
                  <a:rPr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pt</a:t>
                </a:r>
                <a:endPara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48" name="그룹 47"/>
            <p:cNvGrpSpPr/>
            <p:nvPr/>
          </p:nvGrpSpPr>
          <p:grpSpPr>
            <a:xfrm>
              <a:off x="4547799" y="3637425"/>
              <a:ext cx="1980000" cy="862030"/>
              <a:chOff x="333375" y="3637425"/>
              <a:chExt cx="1980000" cy="862030"/>
            </a:xfrm>
          </p:grpSpPr>
          <p:sp>
            <p:nvSpPr>
              <p:cNvPr id="51" name="직사각형 50"/>
              <p:cNvSpPr/>
              <p:nvPr/>
            </p:nvSpPr>
            <p:spPr bwMode="gray">
              <a:xfrm>
                <a:off x="333375" y="3637425"/>
                <a:ext cx="1980000" cy="288000"/>
              </a:xfrm>
              <a:prstGeom prst="rect">
                <a:avLst/>
              </a:prstGeom>
              <a:solidFill>
                <a:srgbClr val="0093D4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ko-KR" sz="1200" dirty="0" err="1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KoPub</a:t>
                </a:r>
                <a:r>
                  <a:rPr lang="en-US" altLang="ko-KR" sz="12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 </a:t>
                </a:r>
                <a:r>
                  <a:rPr lang="ko-KR" altLang="en-US" sz="12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돋움체 </a:t>
                </a:r>
                <a:r>
                  <a:rPr lang="en-US" altLang="ko-KR" sz="12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B 12</a:t>
                </a:r>
              </a:p>
            </p:txBody>
          </p:sp>
          <p:sp>
            <p:nvSpPr>
              <p:cNvPr id="52" name="Rectangle 25"/>
              <p:cNvSpPr>
                <a:spLocks noChangeArrowheads="1"/>
              </p:cNvSpPr>
              <p:nvPr/>
            </p:nvSpPr>
            <p:spPr bwMode="auto">
              <a:xfrm flipH="1">
                <a:off x="415936" y="3986494"/>
                <a:ext cx="1804023" cy="512961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 anchorCtr="0">
                <a:spAutoFit/>
              </a:bodyPr>
              <a:lstStyle/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내용 </a:t>
                </a:r>
                <a:r>
                  <a:rPr lang="en-US" altLang="ko-KR" sz="1000" dirty="0" err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KoPub</a:t>
                </a:r>
                <a:r>
                  <a:rPr lang="en-US" altLang="ko-KR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 </a:t>
                </a:r>
                <a:r>
                  <a:rPr lang="ko-KR" altLang="en-US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돋움 </a:t>
                </a:r>
                <a:r>
                  <a:rPr lang="en-US" altLang="ko-KR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M 10pt</a:t>
                </a:r>
              </a:p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내용 </a:t>
                </a:r>
                <a:r>
                  <a:rPr lang="en-US" altLang="ko-KR" sz="1000" dirty="0" err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KoPub</a:t>
                </a:r>
                <a:r>
                  <a:rPr lang="en-US" altLang="ko-KR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 </a:t>
                </a:r>
                <a:r>
                  <a:rPr lang="ko-KR" altLang="en-US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돋움 </a:t>
                </a:r>
                <a:r>
                  <a:rPr lang="en-US" altLang="ko-KR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M 10pt</a:t>
                </a:r>
              </a:p>
              <a:p>
                <a:pPr marL="179388" lvl="1" indent="-87313" defTabSz="914057" fontAlgn="base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맑은 고딕" panose="020B0503020000020004" pitchFamily="50" charset="-127"/>
                  <a:buChar char="–"/>
                  <a:defRPr/>
                </a:pPr>
                <a:r>
                  <a:rPr lang="ko-KR" altLang="en-US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내용 </a:t>
                </a:r>
                <a:r>
                  <a:rPr lang="en-US" altLang="ko-KR" sz="900" dirty="0" err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KoPub</a:t>
                </a:r>
                <a:r>
                  <a:rPr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 </a:t>
                </a:r>
                <a:r>
                  <a:rPr lang="ko-KR" altLang="en-US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돋움 </a:t>
                </a:r>
                <a:r>
                  <a:rPr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M </a:t>
                </a:r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9</a:t>
                </a:r>
                <a:r>
                  <a:rPr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pt</a:t>
                </a:r>
                <a:endPara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</p:txBody>
          </p:sp>
        </p:grpSp>
        <p:cxnSp>
          <p:nvCxnSpPr>
            <p:cNvPr id="49" name="직선 연결선 48"/>
            <p:cNvCxnSpPr/>
            <p:nvPr/>
          </p:nvCxnSpPr>
          <p:spPr>
            <a:xfrm>
              <a:off x="2376981" y="3637425"/>
              <a:ext cx="0" cy="900000"/>
            </a:xfrm>
            <a:prstGeom prst="line">
              <a:avLst/>
            </a:prstGeom>
            <a:ln w="15875" cap="rnd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/>
            <p:cNvCxnSpPr/>
            <p:nvPr/>
          </p:nvCxnSpPr>
          <p:spPr>
            <a:xfrm>
              <a:off x="4484193" y="3637425"/>
              <a:ext cx="0" cy="900000"/>
            </a:xfrm>
            <a:prstGeom prst="line">
              <a:avLst/>
            </a:prstGeom>
            <a:ln w="15875" cap="rnd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그룹 56"/>
          <p:cNvGrpSpPr/>
          <p:nvPr/>
        </p:nvGrpSpPr>
        <p:grpSpPr>
          <a:xfrm>
            <a:off x="333375" y="4825220"/>
            <a:ext cx="6194424" cy="965055"/>
            <a:chOff x="333375" y="4628024"/>
            <a:chExt cx="6194424" cy="965055"/>
          </a:xfrm>
        </p:grpSpPr>
        <p:sp>
          <p:nvSpPr>
            <p:cNvPr id="58" name="직사각형 57"/>
            <p:cNvSpPr/>
            <p:nvPr/>
          </p:nvSpPr>
          <p:spPr bwMode="gray">
            <a:xfrm>
              <a:off x="333375" y="4628024"/>
              <a:ext cx="1980000" cy="965055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altLang="ko-KR" sz="1200" spc="-30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59" name="직사각형 58"/>
            <p:cNvSpPr/>
            <p:nvPr/>
          </p:nvSpPr>
          <p:spPr bwMode="gray">
            <a:xfrm>
              <a:off x="2440587" y="4628024"/>
              <a:ext cx="1980000" cy="965055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altLang="ko-KR" sz="1200" spc="-30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60" name="직사각형 59"/>
            <p:cNvSpPr/>
            <p:nvPr/>
          </p:nvSpPr>
          <p:spPr bwMode="gray">
            <a:xfrm>
              <a:off x="4547799" y="4628024"/>
              <a:ext cx="1980000" cy="965055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altLang="ko-KR" sz="1200" spc="-30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61" name="직사각형 60"/>
            <p:cNvSpPr/>
            <p:nvPr/>
          </p:nvSpPr>
          <p:spPr bwMode="gray">
            <a:xfrm>
              <a:off x="333375" y="4628025"/>
              <a:ext cx="1980000" cy="288000"/>
            </a:xfrm>
            <a:prstGeom prst="rect">
              <a:avLst/>
            </a:prstGeom>
            <a:solidFill>
              <a:srgbClr val="0093D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ko-KR" sz="1200" dirty="0" err="1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KoPub</a:t>
              </a:r>
              <a:r>
                <a:rPr lang="en-US" altLang="ko-KR" sz="12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</a:t>
              </a:r>
              <a:r>
                <a:rPr lang="ko-KR" altLang="en-US" sz="12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돋움체 </a:t>
              </a:r>
              <a:r>
                <a:rPr lang="en-US" altLang="ko-KR" sz="12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B 12</a:t>
              </a:r>
            </a:p>
          </p:txBody>
        </p:sp>
        <p:sp>
          <p:nvSpPr>
            <p:cNvPr id="62" name="Rectangle 25"/>
            <p:cNvSpPr>
              <a:spLocks noChangeArrowheads="1"/>
            </p:cNvSpPr>
            <p:nvPr/>
          </p:nvSpPr>
          <p:spPr bwMode="auto">
            <a:xfrm flipH="1">
              <a:off x="415936" y="4977094"/>
              <a:ext cx="1804023" cy="512961"/>
            </a:xfrm>
            <a:prstGeom prst="rect">
              <a:avLst/>
            </a:prstGeom>
            <a:noFill/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내용 </a:t>
              </a:r>
              <a:r>
                <a:rPr lang="en-US" altLang="ko-KR" sz="10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KoPub</a:t>
              </a:r>
              <a:r>
                <a: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</a:t>
              </a: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돋움 </a:t>
              </a:r>
              <a:r>
                <a: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M 10pt</a:t>
              </a:r>
            </a:p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내용 </a:t>
              </a:r>
              <a:r>
                <a:rPr lang="en-US" altLang="ko-KR" sz="10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KoPub</a:t>
              </a:r>
              <a:r>
                <a: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</a:t>
              </a: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돋움 </a:t>
              </a:r>
              <a:r>
                <a: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M 10pt</a:t>
              </a:r>
            </a:p>
            <a:p>
              <a:pPr marL="179388" lvl="1" indent="-87313" defTabSz="914057" fontAlgn="base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맑은 고딕" panose="020B0503020000020004" pitchFamily="50" charset="-127"/>
                <a:buChar char="–"/>
                <a:defRPr/>
              </a:pPr>
              <a:r>
                <a:rPr lang="ko-KR" altLang="en-US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내용 </a:t>
              </a:r>
              <a:r>
                <a:rPr lang="en-US" altLang="ko-KR" sz="9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KoPub</a:t>
              </a:r>
              <a:r>
                <a:rPr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</a:t>
              </a:r>
              <a:r>
                <a:rPr lang="ko-KR" altLang="en-US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돋움 </a:t>
              </a:r>
              <a:r>
                <a:rPr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M 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9</a:t>
              </a:r>
              <a:r>
                <a:rPr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pt</a:t>
              </a:r>
              <a:endPara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endParaRPr>
            </a:p>
          </p:txBody>
        </p:sp>
        <p:sp>
          <p:nvSpPr>
            <p:cNvPr id="63" name="직사각형 62"/>
            <p:cNvSpPr/>
            <p:nvPr/>
          </p:nvSpPr>
          <p:spPr bwMode="gray">
            <a:xfrm>
              <a:off x="2440587" y="4628025"/>
              <a:ext cx="1980000" cy="288000"/>
            </a:xfrm>
            <a:prstGeom prst="rect">
              <a:avLst/>
            </a:prstGeom>
            <a:solidFill>
              <a:srgbClr val="0093D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ko-KR" sz="1200" dirty="0" err="1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KoPub</a:t>
              </a:r>
              <a:r>
                <a:rPr lang="en-US" altLang="ko-KR" sz="12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</a:t>
              </a:r>
              <a:r>
                <a:rPr lang="ko-KR" altLang="en-US" sz="12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돋움체 </a:t>
              </a:r>
              <a:r>
                <a:rPr lang="en-US" altLang="ko-KR" sz="12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B 12</a:t>
              </a:r>
            </a:p>
          </p:txBody>
        </p:sp>
        <p:sp>
          <p:nvSpPr>
            <p:cNvPr id="64" name="Rectangle 25"/>
            <p:cNvSpPr>
              <a:spLocks noChangeArrowheads="1"/>
            </p:cNvSpPr>
            <p:nvPr/>
          </p:nvSpPr>
          <p:spPr bwMode="auto">
            <a:xfrm flipH="1">
              <a:off x="2523148" y="4977094"/>
              <a:ext cx="1804023" cy="512961"/>
            </a:xfrm>
            <a:prstGeom prst="rect">
              <a:avLst/>
            </a:prstGeom>
            <a:noFill/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내용 </a:t>
              </a:r>
              <a:r>
                <a:rPr lang="en-US" altLang="ko-KR" sz="10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KoPub</a:t>
              </a:r>
              <a:r>
                <a: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</a:t>
              </a: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돋움 </a:t>
              </a:r>
              <a:r>
                <a: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M 10pt</a:t>
              </a:r>
            </a:p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내용 </a:t>
              </a:r>
              <a:r>
                <a:rPr lang="en-US" altLang="ko-KR" sz="10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KoPub</a:t>
              </a:r>
              <a:r>
                <a: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</a:t>
              </a: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돋움 </a:t>
              </a:r>
              <a:r>
                <a: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M 10pt</a:t>
              </a:r>
            </a:p>
            <a:p>
              <a:pPr marL="179388" lvl="1" indent="-87313" defTabSz="914057" fontAlgn="base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맑은 고딕" panose="020B0503020000020004" pitchFamily="50" charset="-127"/>
                <a:buChar char="–"/>
                <a:defRPr/>
              </a:pPr>
              <a:r>
                <a:rPr lang="ko-KR" altLang="en-US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내용 </a:t>
              </a:r>
              <a:r>
                <a:rPr lang="en-US" altLang="ko-KR" sz="9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KoPub</a:t>
              </a:r>
              <a:r>
                <a:rPr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</a:t>
              </a:r>
              <a:r>
                <a:rPr lang="ko-KR" altLang="en-US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돋움 </a:t>
              </a:r>
              <a:r>
                <a:rPr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M 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9</a:t>
              </a:r>
              <a:r>
                <a:rPr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pt</a:t>
              </a:r>
              <a:endPara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endParaRPr>
            </a:p>
          </p:txBody>
        </p:sp>
        <p:sp>
          <p:nvSpPr>
            <p:cNvPr id="65" name="직사각형 64"/>
            <p:cNvSpPr/>
            <p:nvPr/>
          </p:nvSpPr>
          <p:spPr bwMode="gray">
            <a:xfrm>
              <a:off x="4547799" y="4628025"/>
              <a:ext cx="1980000" cy="288000"/>
            </a:xfrm>
            <a:prstGeom prst="rect">
              <a:avLst/>
            </a:prstGeom>
            <a:solidFill>
              <a:srgbClr val="0093D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ko-KR" sz="1200" dirty="0" err="1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KoPub</a:t>
              </a:r>
              <a:r>
                <a:rPr lang="en-US" altLang="ko-KR" sz="12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</a:t>
              </a:r>
              <a:r>
                <a:rPr lang="ko-KR" altLang="en-US" sz="12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돋움체 </a:t>
              </a:r>
              <a:r>
                <a:rPr lang="en-US" altLang="ko-KR" sz="12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B 12</a:t>
              </a:r>
            </a:p>
          </p:txBody>
        </p:sp>
        <p:sp>
          <p:nvSpPr>
            <p:cNvPr id="66" name="Rectangle 25"/>
            <p:cNvSpPr>
              <a:spLocks noChangeArrowheads="1"/>
            </p:cNvSpPr>
            <p:nvPr/>
          </p:nvSpPr>
          <p:spPr bwMode="auto">
            <a:xfrm flipH="1">
              <a:off x="4630360" y="4977094"/>
              <a:ext cx="1804023" cy="512961"/>
            </a:xfrm>
            <a:prstGeom prst="rect">
              <a:avLst/>
            </a:prstGeom>
            <a:noFill/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내용 </a:t>
              </a:r>
              <a:r>
                <a:rPr lang="en-US" altLang="ko-KR" sz="10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KoPub</a:t>
              </a:r>
              <a:r>
                <a: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</a:t>
              </a: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돋움 </a:t>
              </a:r>
              <a:r>
                <a: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M 10pt</a:t>
              </a:r>
            </a:p>
            <a:p>
              <a:pPr marL="88900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내용 </a:t>
              </a:r>
              <a:r>
                <a:rPr lang="en-US" altLang="ko-KR" sz="10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KoPub</a:t>
              </a:r>
              <a:r>
                <a: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</a:t>
              </a:r>
              <a:r>
                <a:rPr lang="ko-KR" altLang="en-US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돋움 </a:t>
              </a:r>
              <a:r>
                <a: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M 10pt</a:t>
              </a:r>
            </a:p>
            <a:p>
              <a:pPr marL="179388" lvl="1" indent="-87313" defTabSz="914057" fontAlgn="base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맑은 고딕" panose="020B0503020000020004" pitchFamily="50" charset="-127"/>
                <a:buChar char="–"/>
                <a:defRPr/>
              </a:pPr>
              <a:r>
                <a:rPr lang="ko-KR" altLang="en-US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내용 </a:t>
              </a:r>
              <a:r>
                <a:rPr lang="en-US" altLang="ko-KR" sz="9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KoPub</a:t>
              </a:r>
              <a:r>
                <a:rPr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</a:t>
              </a:r>
              <a:r>
                <a:rPr lang="ko-KR" altLang="en-US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돋움 </a:t>
              </a:r>
              <a:r>
                <a:rPr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M 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9</a:t>
              </a:r>
              <a:r>
                <a:rPr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pt</a:t>
              </a:r>
              <a:endPara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endParaRPr>
            </a:p>
          </p:txBody>
        </p:sp>
      </p:grpSp>
      <p:grpSp>
        <p:nvGrpSpPr>
          <p:cNvPr id="67" name="그룹 66"/>
          <p:cNvGrpSpPr/>
          <p:nvPr/>
        </p:nvGrpSpPr>
        <p:grpSpPr>
          <a:xfrm>
            <a:off x="333375" y="8045594"/>
            <a:ext cx="6194424" cy="1300019"/>
            <a:chOff x="333375" y="8045594"/>
            <a:chExt cx="6194424" cy="1300019"/>
          </a:xfrm>
        </p:grpSpPr>
        <p:grpSp>
          <p:nvGrpSpPr>
            <p:cNvPr id="68" name="그룹 67"/>
            <p:cNvGrpSpPr/>
            <p:nvPr/>
          </p:nvGrpSpPr>
          <p:grpSpPr>
            <a:xfrm>
              <a:off x="333375" y="8045594"/>
              <a:ext cx="1476000" cy="1300019"/>
              <a:chOff x="333375" y="8045594"/>
              <a:chExt cx="1476000" cy="1300019"/>
            </a:xfrm>
          </p:grpSpPr>
          <p:sp>
            <p:nvSpPr>
              <p:cNvPr id="81" name="직사각형 80"/>
              <p:cNvSpPr/>
              <p:nvPr/>
            </p:nvSpPr>
            <p:spPr bwMode="gray">
              <a:xfrm>
                <a:off x="333375" y="8045594"/>
                <a:ext cx="1476000" cy="1300019"/>
              </a:xfrm>
              <a:prstGeom prst="rect">
                <a:avLst/>
              </a:prstGeom>
              <a:solidFill>
                <a:srgbClr val="F0F0F0"/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altLang="ko-KR" sz="1200" spc="-30" dirty="0"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82" name="직사각형 81"/>
              <p:cNvSpPr/>
              <p:nvPr/>
            </p:nvSpPr>
            <p:spPr bwMode="gray">
              <a:xfrm>
                <a:off x="333375" y="8045595"/>
                <a:ext cx="1476000" cy="288000"/>
              </a:xfrm>
              <a:prstGeom prst="rect">
                <a:avLst/>
              </a:prstGeom>
              <a:solidFill>
                <a:srgbClr val="9B9B9B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 algn="ctr"/>
                <a:r>
                  <a:rPr lang="en-US" altLang="ko-KR" sz="1200" dirty="0" err="1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KoPub</a:t>
                </a:r>
                <a:r>
                  <a:rPr lang="en-US" altLang="ko-KR" sz="12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 </a:t>
                </a:r>
                <a:r>
                  <a:rPr lang="ko-KR" altLang="en-US" sz="12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돋움체 </a:t>
                </a:r>
                <a:r>
                  <a:rPr lang="en-US" altLang="ko-KR" sz="12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B 12</a:t>
                </a:r>
              </a:p>
            </p:txBody>
          </p:sp>
          <p:sp>
            <p:nvSpPr>
              <p:cNvPr id="83" name="Rectangle 25"/>
              <p:cNvSpPr>
                <a:spLocks noChangeArrowheads="1"/>
              </p:cNvSpPr>
              <p:nvPr/>
            </p:nvSpPr>
            <p:spPr bwMode="auto">
              <a:xfrm flipH="1">
                <a:off x="415936" y="8394664"/>
                <a:ext cx="1292214" cy="512961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 anchorCtr="0">
                <a:spAutoFit/>
              </a:bodyPr>
              <a:lstStyle/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내용 돋움 </a:t>
                </a:r>
                <a:r>
                  <a:rPr lang="en-US" altLang="ko-KR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M 10pt</a:t>
                </a:r>
              </a:p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내용 돋움 </a:t>
                </a:r>
                <a:r>
                  <a:rPr lang="en-US" altLang="ko-KR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M 10pt</a:t>
                </a:r>
              </a:p>
              <a:p>
                <a:pPr marL="179388" lvl="1" indent="-87313" defTabSz="914057" fontAlgn="base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맑은 고딕" panose="020B0503020000020004" pitchFamily="50" charset="-127"/>
                  <a:buChar char="–"/>
                  <a:defRPr/>
                </a:pPr>
                <a:r>
                  <a:rPr lang="ko-KR" altLang="en-US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내용 돋움 </a:t>
                </a:r>
                <a:r>
                  <a:rPr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M </a:t>
                </a:r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9</a:t>
                </a:r>
                <a:r>
                  <a:rPr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pt</a:t>
                </a:r>
                <a:endPara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69" name="그룹 68"/>
            <p:cNvGrpSpPr/>
            <p:nvPr/>
          </p:nvGrpSpPr>
          <p:grpSpPr>
            <a:xfrm>
              <a:off x="1906183" y="8045594"/>
              <a:ext cx="1476000" cy="1300019"/>
              <a:chOff x="333375" y="8045594"/>
              <a:chExt cx="1476000" cy="1300019"/>
            </a:xfrm>
          </p:grpSpPr>
          <p:sp>
            <p:nvSpPr>
              <p:cNvPr id="78" name="직사각형 77"/>
              <p:cNvSpPr/>
              <p:nvPr/>
            </p:nvSpPr>
            <p:spPr bwMode="gray">
              <a:xfrm>
                <a:off x="333375" y="8045594"/>
                <a:ext cx="1476000" cy="1300019"/>
              </a:xfrm>
              <a:prstGeom prst="rect">
                <a:avLst/>
              </a:prstGeom>
              <a:solidFill>
                <a:srgbClr val="F0F0F0"/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altLang="ko-KR" sz="1200" spc="-30" dirty="0"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79" name="직사각형 78"/>
              <p:cNvSpPr/>
              <p:nvPr/>
            </p:nvSpPr>
            <p:spPr bwMode="gray">
              <a:xfrm>
                <a:off x="333375" y="8045595"/>
                <a:ext cx="1476000" cy="288000"/>
              </a:xfrm>
              <a:prstGeom prst="rect">
                <a:avLst/>
              </a:prstGeom>
              <a:solidFill>
                <a:srgbClr val="9B9B9B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 algn="ctr"/>
                <a:r>
                  <a:rPr lang="en-US" altLang="ko-KR" sz="1200" dirty="0" err="1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KoPub</a:t>
                </a:r>
                <a:r>
                  <a:rPr lang="en-US" altLang="ko-KR" sz="12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 </a:t>
                </a:r>
                <a:r>
                  <a:rPr lang="ko-KR" altLang="en-US" sz="12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돋움체 </a:t>
                </a:r>
                <a:r>
                  <a:rPr lang="en-US" altLang="ko-KR" sz="12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B 12</a:t>
                </a:r>
              </a:p>
            </p:txBody>
          </p:sp>
          <p:sp>
            <p:nvSpPr>
              <p:cNvPr id="80" name="Rectangle 25"/>
              <p:cNvSpPr>
                <a:spLocks noChangeArrowheads="1"/>
              </p:cNvSpPr>
              <p:nvPr/>
            </p:nvSpPr>
            <p:spPr bwMode="auto">
              <a:xfrm flipH="1">
                <a:off x="415936" y="8394664"/>
                <a:ext cx="1292214" cy="512961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 anchorCtr="0">
                <a:spAutoFit/>
              </a:bodyPr>
              <a:lstStyle/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내용 돋움 </a:t>
                </a:r>
                <a:r>
                  <a:rPr lang="en-US" altLang="ko-KR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M 10pt</a:t>
                </a:r>
              </a:p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내용 돋움 </a:t>
                </a:r>
                <a:r>
                  <a:rPr lang="en-US" altLang="ko-KR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M 10pt</a:t>
                </a:r>
              </a:p>
              <a:p>
                <a:pPr marL="179388" lvl="1" indent="-87313" defTabSz="914057" fontAlgn="base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맑은 고딕" panose="020B0503020000020004" pitchFamily="50" charset="-127"/>
                  <a:buChar char="–"/>
                  <a:defRPr/>
                </a:pPr>
                <a:r>
                  <a:rPr lang="ko-KR" altLang="en-US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내용 돋움 </a:t>
                </a:r>
                <a:r>
                  <a:rPr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M </a:t>
                </a:r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9</a:t>
                </a:r>
                <a:r>
                  <a:rPr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pt</a:t>
                </a:r>
                <a:endPara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70" name="그룹 69"/>
            <p:cNvGrpSpPr/>
            <p:nvPr/>
          </p:nvGrpSpPr>
          <p:grpSpPr>
            <a:xfrm>
              <a:off x="3478991" y="8045594"/>
              <a:ext cx="1476000" cy="1300019"/>
              <a:chOff x="333375" y="8045594"/>
              <a:chExt cx="1476000" cy="1300019"/>
            </a:xfrm>
          </p:grpSpPr>
          <p:sp>
            <p:nvSpPr>
              <p:cNvPr id="75" name="직사각형 74"/>
              <p:cNvSpPr/>
              <p:nvPr/>
            </p:nvSpPr>
            <p:spPr bwMode="gray">
              <a:xfrm>
                <a:off x="333375" y="8045594"/>
                <a:ext cx="1476000" cy="1300019"/>
              </a:xfrm>
              <a:prstGeom prst="rect">
                <a:avLst/>
              </a:prstGeom>
              <a:solidFill>
                <a:srgbClr val="F0F0F0"/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altLang="ko-KR" sz="1200" spc="-30" dirty="0"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76" name="직사각형 75"/>
              <p:cNvSpPr/>
              <p:nvPr/>
            </p:nvSpPr>
            <p:spPr bwMode="gray">
              <a:xfrm>
                <a:off x="333375" y="8045595"/>
                <a:ext cx="1476000" cy="288000"/>
              </a:xfrm>
              <a:prstGeom prst="rect">
                <a:avLst/>
              </a:prstGeom>
              <a:solidFill>
                <a:srgbClr val="9B9B9B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 algn="ctr"/>
                <a:r>
                  <a:rPr lang="en-US" altLang="ko-KR" sz="1200" dirty="0" err="1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KoPub</a:t>
                </a:r>
                <a:r>
                  <a:rPr lang="en-US" altLang="ko-KR" sz="12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 </a:t>
                </a:r>
                <a:r>
                  <a:rPr lang="ko-KR" altLang="en-US" sz="12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돋움체 </a:t>
                </a:r>
                <a:r>
                  <a:rPr lang="en-US" altLang="ko-KR" sz="12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B 12</a:t>
                </a:r>
              </a:p>
            </p:txBody>
          </p:sp>
          <p:sp>
            <p:nvSpPr>
              <p:cNvPr id="77" name="Rectangle 25"/>
              <p:cNvSpPr>
                <a:spLocks noChangeArrowheads="1"/>
              </p:cNvSpPr>
              <p:nvPr/>
            </p:nvSpPr>
            <p:spPr bwMode="auto">
              <a:xfrm flipH="1">
                <a:off x="415936" y="8394664"/>
                <a:ext cx="1292214" cy="512961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 anchorCtr="0">
                <a:spAutoFit/>
              </a:bodyPr>
              <a:lstStyle/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내용 돋움 </a:t>
                </a:r>
                <a:r>
                  <a:rPr lang="en-US" altLang="ko-KR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M 10pt</a:t>
                </a:r>
              </a:p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내용 돋움 </a:t>
                </a:r>
                <a:r>
                  <a:rPr lang="en-US" altLang="ko-KR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M 10pt</a:t>
                </a:r>
              </a:p>
              <a:p>
                <a:pPr marL="179388" lvl="1" indent="-87313" defTabSz="914057" fontAlgn="base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맑은 고딕" panose="020B0503020000020004" pitchFamily="50" charset="-127"/>
                  <a:buChar char="–"/>
                  <a:defRPr/>
                </a:pPr>
                <a:r>
                  <a:rPr lang="ko-KR" altLang="en-US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내용 돋움 </a:t>
                </a:r>
                <a:r>
                  <a:rPr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M </a:t>
                </a:r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9</a:t>
                </a:r>
                <a:r>
                  <a:rPr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pt</a:t>
                </a:r>
                <a:endPara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71" name="그룹 70"/>
            <p:cNvGrpSpPr/>
            <p:nvPr/>
          </p:nvGrpSpPr>
          <p:grpSpPr>
            <a:xfrm>
              <a:off x="5051799" y="8045594"/>
              <a:ext cx="1476000" cy="1300019"/>
              <a:chOff x="333375" y="8045594"/>
              <a:chExt cx="1476000" cy="1300019"/>
            </a:xfrm>
          </p:grpSpPr>
          <p:sp>
            <p:nvSpPr>
              <p:cNvPr id="72" name="직사각형 71"/>
              <p:cNvSpPr/>
              <p:nvPr/>
            </p:nvSpPr>
            <p:spPr bwMode="gray">
              <a:xfrm>
                <a:off x="333375" y="8045594"/>
                <a:ext cx="1476000" cy="1300019"/>
              </a:xfrm>
              <a:prstGeom prst="rect">
                <a:avLst/>
              </a:prstGeom>
              <a:solidFill>
                <a:srgbClr val="F0F0F0"/>
              </a:solidFill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altLang="ko-KR" sz="1200" spc="-30" dirty="0"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73" name="직사각형 72"/>
              <p:cNvSpPr/>
              <p:nvPr/>
            </p:nvSpPr>
            <p:spPr bwMode="gray">
              <a:xfrm>
                <a:off x="333375" y="8045595"/>
                <a:ext cx="1476000" cy="288000"/>
              </a:xfrm>
              <a:prstGeom prst="rect">
                <a:avLst/>
              </a:prstGeom>
              <a:solidFill>
                <a:srgbClr val="9B9B9B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 algn="ctr"/>
                <a:r>
                  <a:rPr lang="en-US" altLang="ko-KR" sz="1200" dirty="0" err="1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KoPub</a:t>
                </a:r>
                <a:r>
                  <a:rPr lang="en-US" altLang="ko-KR" sz="12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 </a:t>
                </a:r>
                <a:r>
                  <a:rPr lang="ko-KR" altLang="en-US" sz="12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돋움체 </a:t>
                </a:r>
                <a:r>
                  <a:rPr lang="en-US" altLang="ko-KR" sz="1200" dirty="0"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B 12</a:t>
                </a:r>
              </a:p>
            </p:txBody>
          </p:sp>
          <p:sp>
            <p:nvSpPr>
              <p:cNvPr id="74" name="Rectangle 25"/>
              <p:cNvSpPr>
                <a:spLocks noChangeArrowheads="1"/>
              </p:cNvSpPr>
              <p:nvPr/>
            </p:nvSpPr>
            <p:spPr bwMode="auto">
              <a:xfrm flipH="1">
                <a:off x="415936" y="8394664"/>
                <a:ext cx="1292214" cy="512961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 anchorCtr="0">
                <a:spAutoFit/>
              </a:bodyPr>
              <a:lstStyle/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내용 돋움 </a:t>
                </a:r>
                <a:r>
                  <a:rPr lang="en-US" altLang="ko-KR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M 10pt</a:t>
                </a:r>
              </a:p>
              <a:p>
                <a:pPr marL="88900" indent="-88900" defTabSz="914057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Arial" pitchFamily="34" charset="0"/>
                  <a:buChar char="•"/>
                </a:pPr>
                <a:r>
                  <a:rPr lang="ko-KR" altLang="en-US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내용 돋움 </a:t>
                </a:r>
                <a:r>
                  <a:rPr lang="en-US" altLang="ko-KR" sz="10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M 10pt</a:t>
                </a:r>
              </a:p>
              <a:p>
                <a:pPr marL="179388" lvl="1" indent="-87313" defTabSz="914057" fontAlgn="base" latinLnBrk="0">
                  <a:spcBef>
                    <a:spcPts val="200"/>
                  </a:spcBef>
                  <a:buClr>
                    <a:prstClr val="black">
                      <a:lumMod val="75000"/>
                      <a:lumOff val="25000"/>
                    </a:prstClr>
                  </a:buClr>
                  <a:buFont typeface="맑은 고딕" panose="020B0503020000020004" pitchFamily="50" charset="-127"/>
                  <a:buChar char="–"/>
                  <a:defRPr/>
                </a:pPr>
                <a:r>
                  <a:rPr lang="ko-KR" altLang="en-US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내용 돋움 </a:t>
                </a:r>
                <a:r>
                  <a:rPr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M </a:t>
                </a:r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9</a:t>
                </a:r>
                <a:r>
                  <a:rPr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Segoe UI" panose="020B0502040204020203" pitchFamily="34" charset="0"/>
                  </a:rPr>
                  <a:t>pt</a:t>
                </a:r>
                <a:endPara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84" name="그룹 83"/>
          <p:cNvGrpSpPr/>
          <p:nvPr/>
        </p:nvGrpSpPr>
        <p:grpSpPr>
          <a:xfrm>
            <a:off x="5287962" y="1762871"/>
            <a:ext cx="1230644" cy="198000"/>
            <a:chOff x="5287962" y="1441732"/>
            <a:chExt cx="1230644" cy="198000"/>
          </a:xfrm>
        </p:grpSpPr>
        <p:sp>
          <p:nvSpPr>
            <p:cNvPr id="85" name="Rectangle 258"/>
            <p:cNvSpPr>
              <a:spLocks noChangeArrowheads="1"/>
            </p:cNvSpPr>
            <p:nvPr/>
          </p:nvSpPr>
          <p:spPr bwMode="gray">
            <a:xfrm>
              <a:off x="5287962" y="1441732"/>
              <a:ext cx="1230644" cy="198000"/>
            </a:xfrm>
            <a:prstGeom prst="round2SameRect">
              <a:avLst>
                <a:gd name="adj1" fmla="val 30467"/>
                <a:gd name="adj2" fmla="val 0"/>
              </a:avLst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  <p:sp>
          <p:nvSpPr>
            <p:cNvPr id="86" name="직사각형 85"/>
            <p:cNvSpPr/>
            <p:nvPr/>
          </p:nvSpPr>
          <p:spPr bwMode="gray">
            <a:xfrm>
              <a:off x="5360423" y="1471482"/>
              <a:ext cx="645690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요구사항번호</a:t>
              </a:r>
              <a:r>
                <a:rPr kumimoji="0" lang="en-US" altLang="ko-KR" sz="900" b="0" i="0" u="none" strike="noStrike" kern="1200" cap="none" spc="-30" normalizeH="0" baseline="0" noProof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: </a:t>
              </a:r>
              <a:endParaRPr kumimoji="0" lang="en-US" altLang="ko-KR" sz="900" b="0" i="0" u="none" strike="noStrike" kern="1200" cap="none" spc="-3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sp>
          <p:nvSpPr>
            <p:cNvPr id="87" name="직사각형 86"/>
            <p:cNvSpPr/>
            <p:nvPr/>
          </p:nvSpPr>
          <p:spPr bwMode="gray">
            <a:xfrm>
              <a:off x="6008448" y="1471482"/>
              <a:ext cx="422553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 dirty="0" smtClean="0">
                  <a:solidFill>
                    <a:prstClr val="black"/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PMR-02</a:t>
              </a:r>
              <a:endParaRPr kumimoji="0" lang="en-US" altLang="ko-KR" sz="900" b="0" i="0" u="none" strike="noStrike" kern="1200" cap="none" spc="-3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7599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그룹 80"/>
          <p:cNvGrpSpPr/>
          <p:nvPr/>
        </p:nvGrpSpPr>
        <p:grpSpPr>
          <a:xfrm>
            <a:off x="342752" y="6682913"/>
            <a:ext cx="6178597" cy="770400"/>
            <a:chOff x="342752" y="6682913"/>
            <a:chExt cx="6178597" cy="770400"/>
          </a:xfrm>
        </p:grpSpPr>
        <p:sp>
          <p:nvSpPr>
            <p:cNvPr id="14" name="직사각형 13"/>
            <p:cNvSpPr/>
            <p:nvPr/>
          </p:nvSpPr>
          <p:spPr>
            <a:xfrm>
              <a:off x="1264157" y="6682913"/>
              <a:ext cx="5257192" cy="77040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spc="-3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424227" y="6758966"/>
              <a:ext cx="659506" cy="19434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pPr latinLnBrk="0">
                <a:lnSpc>
                  <a:spcPct val="110000"/>
                </a:lnSpc>
                <a:defRPr/>
              </a:pPr>
              <a:r>
                <a:rPr lang="ko-KR" altLang="en-US" sz="1200" b="0" dirty="0" smtClean="0">
                  <a:solidFill>
                    <a:prstClr val="black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개선 효과</a:t>
              </a:r>
              <a:endParaRPr lang="ko-KR" altLang="en-US" sz="1200" b="0" dirty="0">
                <a:solidFill>
                  <a:prstClr val="black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grpSp>
          <p:nvGrpSpPr>
            <p:cNvPr id="20" name="그룹 19"/>
            <p:cNvGrpSpPr/>
            <p:nvPr/>
          </p:nvGrpSpPr>
          <p:grpSpPr>
            <a:xfrm>
              <a:off x="988912" y="7167852"/>
              <a:ext cx="225560" cy="208554"/>
              <a:chOff x="-1220788" y="7861300"/>
              <a:chExt cx="400050" cy="369888"/>
            </a:xfrm>
            <a:solidFill>
              <a:srgbClr val="CBCBCB"/>
            </a:solidFill>
          </p:grpSpPr>
          <p:sp>
            <p:nvSpPr>
              <p:cNvPr id="21" name="Freeform 18"/>
              <p:cNvSpPr>
                <a:spLocks noEditPoints="1"/>
              </p:cNvSpPr>
              <p:nvPr/>
            </p:nvSpPr>
            <p:spPr bwMode="auto">
              <a:xfrm>
                <a:off x="-1098551" y="7861300"/>
                <a:ext cx="231775" cy="369888"/>
              </a:xfrm>
              <a:custGeom>
                <a:avLst/>
                <a:gdLst>
                  <a:gd name="T0" fmla="*/ 52 w 60"/>
                  <a:gd name="T1" fmla="*/ 11 h 96"/>
                  <a:gd name="T2" fmla="*/ 52 w 60"/>
                  <a:gd name="T3" fmla="*/ 84 h 96"/>
                  <a:gd name="T4" fmla="*/ 8 w 60"/>
                  <a:gd name="T5" fmla="*/ 56 h 96"/>
                  <a:gd name="T6" fmla="*/ 8 w 60"/>
                  <a:gd name="T7" fmla="*/ 39 h 96"/>
                  <a:gd name="T8" fmla="*/ 52 w 60"/>
                  <a:gd name="T9" fmla="*/ 11 h 96"/>
                  <a:gd name="T10" fmla="*/ 52 w 60"/>
                  <a:gd name="T11" fmla="*/ 0 h 96"/>
                  <a:gd name="T12" fmla="*/ 0 w 60"/>
                  <a:gd name="T13" fmla="*/ 32 h 96"/>
                  <a:gd name="T14" fmla="*/ 0 w 60"/>
                  <a:gd name="T15" fmla="*/ 64 h 96"/>
                  <a:gd name="T16" fmla="*/ 52 w 60"/>
                  <a:gd name="T17" fmla="*/ 96 h 96"/>
                  <a:gd name="T18" fmla="*/ 52 w 60"/>
                  <a:gd name="T19" fmla="*/ 96 h 96"/>
                  <a:gd name="T20" fmla="*/ 60 w 60"/>
                  <a:gd name="T21" fmla="*/ 88 h 96"/>
                  <a:gd name="T22" fmla="*/ 60 w 60"/>
                  <a:gd name="T23" fmla="*/ 8 h 96"/>
                  <a:gd name="T24" fmla="*/ 52 w 60"/>
                  <a:gd name="T25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0" h="96">
                    <a:moveTo>
                      <a:pt x="52" y="11"/>
                    </a:moveTo>
                    <a:cubicBezTo>
                      <a:pt x="52" y="84"/>
                      <a:pt x="52" y="84"/>
                      <a:pt x="52" y="84"/>
                    </a:cubicBezTo>
                    <a:cubicBezTo>
                      <a:pt x="46" y="75"/>
                      <a:pt x="36" y="59"/>
                      <a:pt x="8" y="56"/>
                    </a:cubicBezTo>
                    <a:cubicBezTo>
                      <a:pt x="8" y="39"/>
                      <a:pt x="8" y="39"/>
                      <a:pt x="8" y="39"/>
                    </a:cubicBezTo>
                    <a:cubicBezTo>
                      <a:pt x="36" y="37"/>
                      <a:pt x="46" y="21"/>
                      <a:pt x="52" y="11"/>
                    </a:cubicBezTo>
                    <a:moveTo>
                      <a:pt x="52" y="0"/>
                    </a:moveTo>
                    <a:cubicBezTo>
                      <a:pt x="44" y="0"/>
                      <a:pt x="43" y="32"/>
                      <a:pt x="0" y="32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43" y="64"/>
                      <a:pt x="44" y="96"/>
                      <a:pt x="52" y="96"/>
                    </a:cubicBezTo>
                    <a:cubicBezTo>
                      <a:pt x="52" y="96"/>
                      <a:pt x="52" y="96"/>
                      <a:pt x="52" y="96"/>
                    </a:cubicBezTo>
                    <a:cubicBezTo>
                      <a:pt x="56" y="96"/>
                      <a:pt x="60" y="96"/>
                      <a:pt x="60" y="88"/>
                    </a:cubicBezTo>
                    <a:cubicBezTo>
                      <a:pt x="60" y="80"/>
                      <a:pt x="60" y="16"/>
                      <a:pt x="60" y="8"/>
                    </a:cubicBezTo>
                    <a:cubicBezTo>
                      <a:pt x="60" y="0"/>
                      <a:pt x="56" y="0"/>
                      <a:pt x="5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" name="Freeform 19"/>
              <p:cNvSpPr>
                <a:spLocks/>
              </p:cNvSpPr>
              <p:nvPr/>
            </p:nvSpPr>
            <p:spPr bwMode="auto">
              <a:xfrm>
                <a:off x="-896938" y="7999413"/>
                <a:ext cx="76200" cy="93663"/>
              </a:xfrm>
              <a:custGeom>
                <a:avLst/>
                <a:gdLst>
                  <a:gd name="T0" fmla="*/ 8 w 20"/>
                  <a:gd name="T1" fmla="*/ 0 h 24"/>
                  <a:gd name="T2" fmla="*/ 0 w 20"/>
                  <a:gd name="T3" fmla="*/ 0 h 24"/>
                  <a:gd name="T4" fmla="*/ 0 w 20"/>
                  <a:gd name="T5" fmla="*/ 24 h 24"/>
                  <a:gd name="T6" fmla="*/ 8 w 20"/>
                  <a:gd name="T7" fmla="*/ 24 h 24"/>
                  <a:gd name="T8" fmla="*/ 20 w 20"/>
                  <a:gd name="T9" fmla="*/ 12 h 24"/>
                  <a:gd name="T10" fmla="*/ 20 w 20"/>
                  <a:gd name="T11" fmla="*/ 12 h 24"/>
                  <a:gd name="T12" fmla="*/ 8 w 20"/>
                  <a:gd name="T13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24">
                    <a:moveTo>
                      <a:pt x="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14" y="24"/>
                      <a:pt x="20" y="18"/>
                      <a:pt x="20" y="12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5"/>
                      <a:pt x="14" y="0"/>
                      <a:pt x="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9" name="Freeform 20"/>
              <p:cNvSpPr>
                <a:spLocks/>
              </p:cNvSpPr>
              <p:nvPr/>
            </p:nvSpPr>
            <p:spPr bwMode="auto">
              <a:xfrm>
                <a:off x="-1174751" y="8123238"/>
                <a:ext cx="107950" cy="107950"/>
              </a:xfrm>
              <a:custGeom>
                <a:avLst/>
                <a:gdLst>
                  <a:gd name="T0" fmla="*/ 12 w 28"/>
                  <a:gd name="T1" fmla="*/ 28 h 28"/>
                  <a:gd name="T2" fmla="*/ 7 w 28"/>
                  <a:gd name="T3" fmla="*/ 24 h 28"/>
                  <a:gd name="T4" fmla="*/ 0 w 28"/>
                  <a:gd name="T5" fmla="*/ 0 h 28"/>
                  <a:gd name="T6" fmla="*/ 19 w 28"/>
                  <a:gd name="T7" fmla="*/ 0 h 28"/>
                  <a:gd name="T8" fmla="*/ 21 w 28"/>
                  <a:gd name="T9" fmla="*/ 15 h 28"/>
                  <a:gd name="T10" fmla="*/ 20 w 28"/>
                  <a:gd name="T11" fmla="*/ 28 h 28"/>
                  <a:gd name="T12" fmla="*/ 12 w 28"/>
                  <a:gd name="T13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28">
                    <a:moveTo>
                      <a:pt x="12" y="28"/>
                    </a:moveTo>
                    <a:cubicBezTo>
                      <a:pt x="9" y="28"/>
                      <a:pt x="7" y="26"/>
                      <a:pt x="7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0"/>
                      <a:pt x="16" y="11"/>
                      <a:pt x="21" y="15"/>
                    </a:cubicBezTo>
                    <a:cubicBezTo>
                      <a:pt x="28" y="21"/>
                      <a:pt x="26" y="28"/>
                      <a:pt x="20" y="28"/>
                    </a:cubicBezTo>
                    <a:lnTo>
                      <a:pt x="12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0" name="Freeform 21"/>
              <p:cNvSpPr>
                <a:spLocks noEditPoints="1"/>
              </p:cNvSpPr>
              <p:nvPr/>
            </p:nvSpPr>
            <p:spPr bwMode="auto">
              <a:xfrm>
                <a:off x="-1220788" y="7985125"/>
                <a:ext cx="292100" cy="122238"/>
              </a:xfrm>
              <a:custGeom>
                <a:avLst/>
                <a:gdLst>
                  <a:gd name="T0" fmla="*/ 12 w 76"/>
                  <a:gd name="T1" fmla="*/ 0 h 32"/>
                  <a:gd name="T2" fmla="*/ 0 w 76"/>
                  <a:gd name="T3" fmla="*/ 12 h 32"/>
                  <a:gd name="T4" fmla="*/ 0 w 76"/>
                  <a:gd name="T5" fmla="*/ 20 h 32"/>
                  <a:gd name="T6" fmla="*/ 12 w 76"/>
                  <a:gd name="T7" fmla="*/ 32 h 32"/>
                  <a:gd name="T8" fmla="*/ 40 w 76"/>
                  <a:gd name="T9" fmla="*/ 32 h 32"/>
                  <a:gd name="T10" fmla="*/ 40 w 76"/>
                  <a:gd name="T11" fmla="*/ 0 h 32"/>
                  <a:gd name="T12" fmla="*/ 12 w 76"/>
                  <a:gd name="T13" fmla="*/ 0 h 32"/>
                  <a:gd name="T14" fmla="*/ 32 w 76"/>
                  <a:gd name="T15" fmla="*/ 16 h 32"/>
                  <a:gd name="T16" fmla="*/ 12 w 76"/>
                  <a:gd name="T17" fmla="*/ 16 h 32"/>
                  <a:gd name="T18" fmla="*/ 18 w 76"/>
                  <a:gd name="T19" fmla="*/ 8 h 32"/>
                  <a:gd name="T20" fmla="*/ 32 w 76"/>
                  <a:gd name="T21" fmla="*/ 8 h 32"/>
                  <a:gd name="T22" fmla="*/ 32 w 76"/>
                  <a:gd name="T23" fmla="*/ 16 h 32"/>
                  <a:gd name="T24" fmla="*/ 76 w 76"/>
                  <a:gd name="T25" fmla="*/ 12 h 32"/>
                  <a:gd name="T26" fmla="*/ 48 w 76"/>
                  <a:gd name="T27" fmla="*/ 16 h 32"/>
                  <a:gd name="T28" fmla="*/ 48 w 76"/>
                  <a:gd name="T29" fmla="*/ 12 h 32"/>
                  <a:gd name="T30" fmla="*/ 76 w 76"/>
                  <a:gd name="T31" fmla="*/ 0 h 32"/>
                  <a:gd name="T32" fmla="*/ 76 w 76"/>
                  <a:gd name="T33" fmla="*/ 1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6" h="32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6"/>
                      <a:pt x="5" y="32"/>
                      <a:pt x="12" y="32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0"/>
                      <a:pt x="40" y="0"/>
                      <a:pt x="40" y="0"/>
                    </a:cubicBezTo>
                    <a:lnTo>
                      <a:pt x="12" y="0"/>
                    </a:lnTo>
                    <a:close/>
                    <a:moveTo>
                      <a:pt x="32" y="16"/>
                    </a:move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8"/>
                      <a:pt x="18" y="8"/>
                      <a:pt x="18" y="8"/>
                    </a:cubicBezTo>
                    <a:cubicBezTo>
                      <a:pt x="32" y="8"/>
                      <a:pt x="32" y="8"/>
                      <a:pt x="32" y="8"/>
                    </a:cubicBezTo>
                    <a:lnTo>
                      <a:pt x="32" y="16"/>
                    </a:lnTo>
                    <a:close/>
                    <a:moveTo>
                      <a:pt x="76" y="12"/>
                    </a:moveTo>
                    <a:cubicBezTo>
                      <a:pt x="76" y="12"/>
                      <a:pt x="63" y="16"/>
                      <a:pt x="48" y="16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63" y="12"/>
                      <a:pt x="76" y="0"/>
                      <a:pt x="76" y="0"/>
                    </a:cubicBezTo>
                    <a:lnTo>
                      <a:pt x="76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15" name="직사각형 776"/>
            <p:cNvSpPr/>
            <p:nvPr/>
          </p:nvSpPr>
          <p:spPr>
            <a:xfrm flipH="1">
              <a:off x="342752" y="6687589"/>
              <a:ext cx="864000" cy="761048"/>
            </a:xfrm>
            <a:custGeom>
              <a:avLst/>
              <a:gdLst>
                <a:gd name="connsiteX0" fmla="*/ 0 w 1049934"/>
                <a:gd name="connsiteY0" fmla="*/ 0 h 899429"/>
                <a:gd name="connsiteX1" fmla="*/ 1049934 w 1049934"/>
                <a:gd name="connsiteY1" fmla="*/ 0 h 899429"/>
                <a:gd name="connsiteX2" fmla="*/ 1049934 w 1049934"/>
                <a:gd name="connsiteY2" fmla="*/ 899429 h 899429"/>
                <a:gd name="connsiteX3" fmla="*/ 0 w 1049934"/>
                <a:gd name="connsiteY3" fmla="*/ 899429 h 899429"/>
                <a:gd name="connsiteX4" fmla="*/ 0 w 1049934"/>
                <a:gd name="connsiteY4" fmla="*/ 0 h 899429"/>
                <a:gd name="connsiteX0" fmla="*/ 0 w 1049934"/>
                <a:gd name="connsiteY0" fmla="*/ 0 h 899429"/>
                <a:gd name="connsiteX1" fmla="*/ 1049934 w 1049934"/>
                <a:gd name="connsiteY1" fmla="*/ 0 h 899429"/>
                <a:gd name="connsiteX2" fmla="*/ 1049934 w 1049934"/>
                <a:gd name="connsiteY2" fmla="*/ 899429 h 899429"/>
                <a:gd name="connsiteX3" fmla="*/ 0 w 1049934"/>
                <a:gd name="connsiteY3" fmla="*/ 899429 h 899429"/>
                <a:gd name="connsiteX4" fmla="*/ 91440 w 1049934"/>
                <a:gd name="connsiteY4" fmla="*/ 91440 h 899429"/>
                <a:gd name="connsiteX0" fmla="*/ 0 w 1049934"/>
                <a:gd name="connsiteY0" fmla="*/ 0 h 899429"/>
                <a:gd name="connsiteX1" fmla="*/ 1049934 w 1049934"/>
                <a:gd name="connsiteY1" fmla="*/ 0 h 899429"/>
                <a:gd name="connsiteX2" fmla="*/ 1049934 w 1049934"/>
                <a:gd name="connsiteY2" fmla="*/ 899429 h 899429"/>
                <a:gd name="connsiteX3" fmla="*/ 0 w 1049934"/>
                <a:gd name="connsiteY3" fmla="*/ 899429 h 89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9934" h="899429">
                  <a:moveTo>
                    <a:pt x="0" y="0"/>
                  </a:moveTo>
                  <a:lnTo>
                    <a:pt x="1049934" y="0"/>
                  </a:lnTo>
                  <a:lnTo>
                    <a:pt x="1049934" y="899429"/>
                  </a:lnTo>
                  <a:lnTo>
                    <a:pt x="0" y="899429"/>
                  </a:lnTo>
                </a:path>
              </a:pathLst>
            </a:custGeom>
            <a:ln w="12700">
              <a:solidFill>
                <a:schemeClr val="bg1">
                  <a:lumMod val="6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342752" y="7570612"/>
            <a:ext cx="6178597" cy="770400"/>
            <a:chOff x="342752" y="7570612"/>
            <a:chExt cx="6178597" cy="770400"/>
          </a:xfrm>
        </p:grpSpPr>
        <p:sp>
          <p:nvSpPr>
            <p:cNvPr id="55" name="직사각형 54"/>
            <p:cNvSpPr/>
            <p:nvPr/>
          </p:nvSpPr>
          <p:spPr>
            <a:xfrm>
              <a:off x="1264157" y="7570612"/>
              <a:ext cx="5257192" cy="770400"/>
            </a:xfrm>
            <a:prstGeom prst="rect">
              <a:avLst/>
            </a:prstGeom>
            <a:solidFill>
              <a:srgbClr val="D5EDFF"/>
            </a:solidFill>
            <a:ln>
              <a:noFill/>
            </a:ln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 fontAlgn="base" latinLnBrk="0">
                <a:buClr>
                  <a:srgbClr val="969696"/>
                </a:buClr>
              </a:pPr>
              <a:endParaRPr lang="ko-KR" altLang="en-US" sz="100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56" name="직사각형 776"/>
            <p:cNvSpPr/>
            <p:nvPr/>
          </p:nvSpPr>
          <p:spPr>
            <a:xfrm flipH="1">
              <a:off x="342752" y="7575288"/>
              <a:ext cx="864000" cy="761048"/>
            </a:xfrm>
            <a:custGeom>
              <a:avLst/>
              <a:gdLst>
                <a:gd name="connsiteX0" fmla="*/ 0 w 1049934"/>
                <a:gd name="connsiteY0" fmla="*/ 0 h 899429"/>
                <a:gd name="connsiteX1" fmla="*/ 1049934 w 1049934"/>
                <a:gd name="connsiteY1" fmla="*/ 0 h 899429"/>
                <a:gd name="connsiteX2" fmla="*/ 1049934 w 1049934"/>
                <a:gd name="connsiteY2" fmla="*/ 899429 h 899429"/>
                <a:gd name="connsiteX3" fmla="*/ 0 w 1049934"/>
                <a:gd name="connsiteY3" fmla="*/ 899429 h 899429"/>
                <a:gd name="connsiteX4" fmla="*/ 0 w 1049934"/>
                <a:gd name="connsiteY4" fmla="*/ 0 h 899429"/>
                <a:gd name="connsiteX0" fmla="*/ 0 w 1049934"/>
                <a:gd name="connsiteY0" fmla="*/ 0 h 899429"/>
                <a:gd name="connsiteX1" fmla="*/ 1049934 w 1049934"/>
                <a:gd name="connsiteY1" fmla="*/ 0 h 899429"/>
                <a:gd name="connsiteX2" fmla="*/ 1049934 w 1049934"/>
                <a:gd name="connsiteY2" fmla="*/ 899429 h 899429"/>
                <a:gd name="connsiteX3" fmla="*/ 0 w 1049934"/>
                <a:gd name="connsiteY3" fmla="*/ 899429 h 899429"/>
                <a:gd name="connsiteX4" fmla="*/ 91440 w 1049934"/>
                <a:gd name="connsiteY4" fmla="*/ 91440 h 899429"/>
                <a:gd name="connsiteX0" fmla="*/ 0 w 1049934"/>
                <a:gd name="connsiteY0" fmla="*/ 0 h 899429"/>
                <a:gd name="connsiteX1" fmla="*/ 1049934 w 1049934"/>
                <a:gd name="connsiteY1" fmla="*/ 0 h 899429"/>
                <a:gd name="connsiteX2" fmla="*/ 1049934 w 1049934"/>
                <a:gd name="connsiteY2" fmla="*/ 899429 h 899429"/>
                <a:gd name="connsiteX3" fmla="*/ 0 w 1049934"/>
                <a:gd name="connsiteY3" fmla="*/ 899429 h 89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9934" h="899429">
                  <a:moveTo>
                    <a:pt x="0" y="0"/>
                  </a:moveTo>
                  <a:lnTo>
                    <a:pt x="1049934" y="0"/>
                  </a:lnTo>
                  <a:lnTo>
                    <a:pt x="1049934" y="899429"/>
                  </a:lnTo>
                  <a:lnTo>
                    <a:pt x="0" y="899429"/>
                  </a:lnTo>
                </a:path>
              </a:pathLst>
            </a:custGeom>
            <a:ln w="12700">
              <a:solidFill>
                <a:srgbClr val="84B9EA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424227" y="7646665"/>
              <a:ext cx="659506" cy="19434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pPr latinLnBrk="0">
                <a:lnSpc>
                  <a:spcPct val="110000"/>
                </a:lnSpc>
                <a:defRPr/>
              </a:pPr>
              <a:r>
                <a:rPr lang="ko-KR" altLang="en-US" sz="1200" b="0" dirty="0" smtClean="0">
                  <a:solidFill>
                    <a:srgbClr val="237BCB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구성 방안</a:t>
              </a:r>
              <a:endParaRPr lang="ko-KR" altLang="en-US" sz="1200" b="0" dirty="0">
                <a:solidFill>
                  <a:srgbClr val="237BC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grpSp>
          <p:nvGrpSpPr>
            <p:cNvPr id="59" name="그룹 58"/>
            <p:cNvGrpSpPr/>
            <p:nvPr/>
          </p:nvGrpSpPr>
          <p:grpSpPr>
            <a:xfrm>
              <a:off x="1026160" y="8051819"/>
              <a:ext cx="167835" cy="240807"/>
              <a:chOff x="-566738" y="4749801"/>
              <a:chExt cx="292100" cy="419100"/>
            </a:xfrm>
            <a:solidFill>
              <a:srgbClr val="00B5D5"/>
            </a:solidFill>
          </p:grpSpPr>
          <p:sp>
            <p:nvSpPr>
              <p:cNvPr id="60" name="Freeform 13"/>
              <p:cNvSpPr>
                <a:spLocks noEditPoints="1"/>
              </p:cNvSpPr>
              <p:nvPr/>
            </p:nvSpPr>
            <p:spPr bwMode="auto">
              <a:xfrm>
                <a:off x="-476251" y="4806950"/>
                <a:ext cx="139700" cy="38101"/>
              </a:xfrm>
              <a:custGeom>
                <a:avLst/>
                <a:gdLst>
                  <a:gd name="T0" fmla="*/ 3 w 36"/>
                  <a:gd name="T1" fmla="*/ 10 h 10"/>
                  <a:gd name="T2" fmla="*/ 34 w 36"/>
                  <a:gd name="T3" fmla="*/ 10 h 10"/>
                  <a:gd name="T4" fmla="*/ 36 w 36"/>
                  <a:gd name="T5" fmla="*/ 8 h 10"/>
                  <a:gd name="T6" fmla="*/ 36 w 36"/>
                  <a:gd name="T7" fmla="*/ 3 h 10"/>
                  <a:gd name="T8" fmla="*/ 34 w 36"/>
                  <a:gd name="T9" fmla="*/ 0 h 10"/>
                  <a:gd name="T10" fmla="*/ 3 w 36"/>
                  <a:gd name="T11" fmla="*/ 0 h 10"/>
                  <a:gd name="T12" fmla="*/ 0 w 36"/>
                  <a:gd name="T13" fmla="*/ 3 h 10"/>
                  <a:gd name="T14" fmla="*/ 0 w 36"/>
                  <a:gd name="T15" fmla="*/ 8 h 10"/>
                  <a:gd name="T16" fmla="*/ 3 w 36"/>
                  <a:gd name="T17" fmla="*/ 10 h 10"/>
                  <a:gd name="T18" fmla="*/ 3 w 36"/>
                  <a:gd name="T19" fmla="*/ 10 h 10"/>
                  <a:gd name="T20" fmla="*/ 3 w 36"/>
                  <a:gd name="T21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10">
                    <a:moveTo>
                      <a:pt x="3" y="10"/>
                    </a:moveTo>
                    <a:cubicBezTo>
                      <a:pt x="34" y="10"/>
                      <a:pt x="34" y="10"/>
                      <a:pt x="34" y="10"/>
                    </a:cubicBezTo>
                    <a:cubicBezTo>
                      <a:pt x="35" y="10"/>
                      <a:pt x="36" y="9"/>
                      <a:pt x="36" y="8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36" y="1"/>
                      <a:pt x="35" y="0"/>
                      <a:pt x="34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9"/>
                      <a:pt x="1" y="10"/>
                      <a:pt x="3" y="10"/>
                    </a:cubicBezTo>
                    <a:close/>
                    <a:moveTo>
                      <a:pt x="3" y="10"/>
                    </a:moveTo>
                    <a:cubicBezTo>
                      <a:pt x="3" y="10"/>
                      <a:pt x="3" y="10"/>
                      <a:pt x="3" y="10"/>
                    </a:cubicBezTo>
                  </a:path>
                </a:pathLst>
              </a:custGeom>
              <a:solidFill>
                <a:srgbClr val="84B9EA"/>
              </a:solidFill>
              <a:ln>
                <a:noFill/>
              </a:ln>
              <a:effectLst/>
              <a:extLst/>
            </p:spPr>
            <p:txBody>
              <a:bodyPr wrap="none" lIns="0" tIns="0" rIns="0" bIns="0" anchor="ctr">
                <a:noAutofit/>
              </a:bodyPr>
              <a:lstStyle/>
              <a:p>
                <a:pPr algn="ctr" fontAlgn="base" latinLnBrk="0">
                  <a:buClr>
                    <a:srgbClr val="969696"/>
                  </a:buClr>
                </a:pPr>
                <a:endParaRPr lang="ko-KR" altLang="en-US" sz="1000"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61" name="Freeform 14"/>
              <p:cNvSpPr>
                <a:spLocks noEditPoints="1"/>
              </p:cNvSpPr>
              <p:nvPr/>
            </p:nvSpPr>
            <p:spPr bwMode="auto">
              <a:xfrm>
                <a:off x="-566738" y="4749801"/>
                <a:ext cx="292100" cy="419100"/>
              </a:xfrm>
              <a:custGeom>
                <a:avLst/>
                <a:gdLst>
                  <a:gd name="T0" fmla="*/ 19 w 75"/>
                  <a:gd name="T1" fmla="*/ 108 h 109"/>
                  <a:gd name="T2" fmla="*/ 24 w 75"/>
                  <a:gd name="T3" fmla="*/ 103 h 109"/>
                  <a:gd name="T4" fmla="*/ 27 w 75"/>
                  <a:gd name="T5" fmla="*/ 103 h 109"/>
                  <a:gd name="T6" fmla="*/ 31 w 75"/>
                  <a:gd name="T7" fmla="*/ 108 h 109"/>
                  <a:gd name="T8" fmla="*/ 35 w 75"/>
                  <a:gd name="T9" fmla="*/ 106 h 109"/>
                  <a:gd name="T10" fmla="*/ 35 w 75"/>
                  <a:gd name="T11" fmla="*/ 98 h 109"/>
                  <a:gd name="T12" fmla="*/ 71 w 75"/>
                  <a:gd name="T13" fmla="*/ 98 h 109"/>
                  <a:gd name="T14" fmla="*/ 74 w 75"/>
                  <a:gd name="T15" fmla="*/ 97 h 109"/>
                  <a:gd name="T16" fmla="*/ 74 w 75"/>
                  <a:gd name="T17" fmla="*/ 92 h 109"/>
                  <a:gd name="T18" fmla="*/ 72 w 75"/>
                  <a:gd name="T19" fmla="*/ 88 h 109"/>
                  <a:gd name="T20" fmla="*/ 73 w 75"/>
                  <a:gd name="T21" fmla="*/ 83 h 109"/>
                  <a:gd name="T22" fmla="*/ 75 w 75"/>
                  <a:gd name="T23" fmla="*/ 78 h 109"/>
                  <a:gd name="T24" fmla="*/ 75 w 75"/>
                  <a:gd name="T25" fmla="*/ 5 h 109"/>
                  <a:gd name="T26" fmla="*/ 70 w 75"/>
                  <a:gd name="T27" fmla="*/ 0 h 109"/>
                  <a:gd name="T28" fmla="*/ 5 w 75"/>
                  <a:gd name="T29" fmla="*/ 0 h 109"/>
                  <a:gd name="T30" fmla="*/ 0 w 75"/>
                  <a:gd name="T31" fmla="*/ 5 h 109"/>
                  <a:gd name="T32" fmla="*/ 0 w 75"/>
                  <a:gd name="T33" fmla="*/ 93 h 109"/>
                  <a:gd name="T34" fmla="*/ 5 w 75"/>
                  <a:gd name="T35" fmla="*/ 98 h 109"/>
                  <a:gd name="T36" fmla="*/ 15 w 75"/>
                  <a:gd name="T37" fmla="*/ 98 h 109"/>
                  <a:gd name="T38" fmla="*/ 15 w 75"/>
                  <a:gd name="T39" fmla="*/ 106 h 109"/>
                  <a:gd name="T40" fmla="*/ 19 w 75"/>
                  <a:gd name="T41" fmla="*/ 108 h 109"/>
                  <a:gd name="T42" fmla="*/ 15 w 75"/>
                  <a:gd name="T43" fmla="*/ 10 h 109"/>
                  <a:gd name="T44" fmla="*/ 17 w 75"/>
                  <a:gd name="T45" fmla="*/ 8 h 109"/>
                  <a:gd name="T46" fmla="*/ 65 w 75"/>
                  <a:gd name="T47" fmla="*/ 8 h 109"/>
                  <a:gd name="T48" fmla="*/ 67 w 75"/>
                  <a:gd name="T49" fmla="*/ 10 h 109"/>
                  <a:gd name="T50" fmla="*/ 67 w 75"/>
                  <a:gd name="T51" fmla="*/ 72 h 109"/>
                  <a:gd name="T52" fmla="*/ 65 w 75"/>
                  <a:gd name="T53" fmla="*/ 75 h 109"/>
                  <a:gd name="T54" fmla="*/ 17 w 75"/>
                  <a:gd name="T55" fmla="*/ 75 h 109"/>
                  <a:gd name="T56" fmla="*/ 15 w 75"/>
                  <a:gd name="T57" fmla="*/ 72 h 109"/>
                  <a:gd name="T58" fmla="*/ 15 w 75"/>
                  <a:gd name="T59" fmla="*/ 10 h 109"/>
                  <a:gd name="T60" fmla="*/ 10 w 75"/>
                  <a:gd name="T61" fmla="*/ 90 h 109"/>
                  <a:gd name="T62" fmla="*/ 8 w 75"/>
                  <a:gd name="T63" fmla="*/ 88 h 109"/>
                  <a:gd name="T64" fmla="*/ 8 w 75"/>
                  <a:gd name="T65" fmla="*/ 84 h 109"/>
                  <a:gd name="T66" fmla="*/ 10 w 75"/>
                  <a:gd name="T67" fmla="*/ 82 h 109"/>
                  <a:gd name="T68" fmla="*/ 65 w 75"/>
                  <a:gd name="T69" fmla="*/ 82 h 109"/>
                  <a:gd name="T70" fmla="*/ 65 w 75"/>
                  <a:gd name="T71" fmla="*/ 90 h 109"/>
                  <a:gd name="T72" fmla="*/ 35 w 75"/>
                  <a:gd name="T73" fmla="*/ 90 h 109"/>
                  <a:gd name="T74" fmla="*/ 35 w 75"/>
                  <a:gd name="T75" fmla="*/ 86 h 109"/>
                  <a:gd name="T76" fmla="*/ 15 w 75"/>
                  <a:gd name="T77" fmla="*/ 86 h 109"/>
                  <a:gd name="T78" fmla="*/ 15 w 75"/>
                  <a:gd name="T79" fmla="*/ 90 h 109"/>
                  <a:gd name="T80" fmla="*/ 10 w 75"/>
                  <a:gd name="T81" fmla="*/ 90 h 109"/>
                  <a:gd name="T82" fmla="*/ 10 w 75"/>
                  <a:gd name="T83" fmla="*/ 90 h 109"/>
                  <a:gd name="T84" fmla="*/ 10 w 75"/>
                  <a:gd name="T85" fmla="*/ 90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75" h="109">
                    <a:moveTo>
                      <a:pt x="19" y="108"/>
                    </a:moveTo>
                    <a:cubicBezTo>
                      <a:pt x="24" y="103"/>
                      <a:pt x="24" y="103"/>
                      <a:pt x="24" y="103"/>
                    </a:cubicBezTo>
                    <a:cubicBezTo>
                      <a:pt x="25" y="102"/>
                      <a:pt x="26" y="102"/>
                      <a:pt x="27" y="103"/>
                    </a:cubicBezTo>
                    <a:cubicBezTo>
                      <a:pt x="31" y="108"/>
                      <a:pt x="31" y="108"/>
                      <a:pt x="31" y="108"/>
                    </a:cubicBezTo>
                    <a:cubicBezTo>
                      <a:pt x="33" y="109"/>
                      <a:pt x="35" y="108"/>
                      <a:pt x="35" y="106"/>
                    </a:cubicBezTo>
                    <a:cubicBezTo>
                      <a:pt x="35" y="98"/>
                      <a:pt x="35" y="98"/>
                      <a:pt x="35" y="98"/>
                    </a:cubicBezTo>
                    <a:cubicBezTo>
                      <a:pt x="71" y="98"/>
                      <a:pt x="71" y="98"/>
                      <a:pt x="71" y="98"/>
                    </a:cubicBezTo>
                    <a:cubicBezTo>
                      <a:pt x="72" y="98"/>
                      <a:pt x="73" y="97"/>
                      <a:pt x="74" y="97"/>
                    </a:cubicBezTo>
                    <a:cubicBezTo>
                      <a:pt x="75" y="95"/>
                      <a:pt x="75" y="93"/>
                      <a:pt x="74" y="92"/>
                    </a:cubicBezTo>
                    <a:cubicBezTo>
                      <a:pt x="73" y="91"/>
                      <a:pt x="72" y="89"/>
                      <a:pt x="72" y="88"/>
                    </a:cubicBezTo>
                    <a:cubicBezTo>
                      <a:pt x="72" y="86"/>
                      <a:pt x="72" y="85"/>
                      <a:pt x="73" y="83"/>
                    </a:cubicBezTo>
                    <a:cubicBezTo>
                      <a:pt x="73" y="82"/>
                      <a:pt x="75" y="80"/>
                      <a:pt x="75" y="78"/>
                    </a:cubicBezTo>
                    <a:cubicBezTo>
                      <a:pt x="75" y="5"/>
                      <a:pt x="75" y="5"/>
                      <a:pt x="75" y="5"/>
                    </a:cubicBezTo>
                    <a:cubicBezTo>
                      <a:pt x="75" y="2"/>
                      <a:pt x="73" y="0"/>
                      <a:pt x="7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93"/>
                      <a:pt x="0" y="93"/>
                      <a:pt x="0" y="93"/>
                    </a:cubicBezTo>
                    <a:cubicBezTo>
                      <a:pt x="0" y="96"/>
                      <a:pt x="2" y="98"/>
                      <a:pt x="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106"/>
                      <a:pt x="15" y="106"/>
                      <a:pt x="15" y="106"/>
                    </a:cubicBezTo>
                    <a:cubicBezTo>
                      <a:pt x="15" y="108"/>
                      <a:pt x="18" y="109"/>
                      <a:pt x="19" y="108"/>
                    </a:cubicBezTo>
                    <a:close/>
                    <a:moveTo>
                      <a:pt x="15" y="10"/>
                    </a:moveTo>
                    <a:cubicBezTo>
                      <a:pt x="15" y="9"/>
                      <a:pt x="16" y="8"/>
                      <a:pt x="17" y="8"/>
                    </a:cubicBezTo>
                    <a:cubicBezTo>
                      <a:pt x="65" y="8"/>
                      <a:pt x="65" y="8"/>
                      <a:pt x="65" y="8"/>
                    </a:cubicBezTo>
                    <a:cubicBezTo>
                      <a:pt x="66" y="8"/>
                      <a:pt x="67" y="9"/>
                      <a:pt x="67" y="10"/>
                    </a:cubicBezTo>
                    <a:cubicBezTo>
                      <a:pt x="67" y="72"/>
                      <a:pt x="67" y="72"/>
                      <a:pt x="67" y="72"/>
                    </a:cubicBezTo>
                    <a:cubicBezTo>
                      <a:pt x="67" y="74"/>
                      <a:pt x="66" y="75"/>
                      <a:pt x="65" y="75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6" y="75"/>
                      <a:pt x="15" y="74"/>
                      <a:pt x="15" y="72"/>
                    </a:cubicBezTo>
                    <a:lnTo>
                      <a:pt x="15" y="10"/>
                    </a:lnTo>
                    <a:close/>
                    <a:moveTo>
                      <a:pt x="10" y="90"/>
                    </a:moveTo>
                    <a:cubicBezTo>
                      <a:pt x="9" y="90"/>
                      <a:pt x="8" y="90"/>
                      <a:pt x="8" y="88"/>
                    </a:cubicBezTo>
                    <a:cubicBezTo>
                      <a:pt x="8" y="84"/>
                      <a:pt x="8" y="84"/>
                      <a:pt x="8" y="84"/>
                    </a:cubicBezTo>
                    <a:cubicBezTo>
                      <a:pt x="8" y="83"/>
                      <a:pt x="9" y="82"/>
                      <a:pt x="10" y="82"/>
                    </a:cubicBezTo>
                    <a:cubicBezTo>
                      <a:pt x="65" y="82"/>
                      <a:pt x="65" y="82"/>
                      <a:pt x="65" y="82"/>
                    </a:cubicBezTo>
                    <a:cubicBezTo>
                      <a:pt x="64" y="85"/>
                      <a:pt x="65" y="88"/>
                      <a:pt x="65" y="90"/>
                    </a:cubicBezTo>
                    <a:cubicBezTo>
                      <a:pt x="35" y="90"/>
                      <a:pt x="35" y="90"/>
                      <a:pt x="35" y="90"/>
                    </a:cubicBezTo>
                    <a:cubicBezTo>
                      <a:pt x="35" y="86"/>
                      <a:pt x="35" y="86"/>
                      <a:pt x="35" y="86"/>
                    </a:cubicBezTo>
                    <a:cubicBezTo>
                      <a:pt x="15" y="86"/>
                      <a:pt x="15" y="86"/>
                      <a:pt x="15" y="86"/>
                    </a:cubicBezTo>
                    <a:cubicBezTo>
                      <a:pt x="15" y="90"/>
                      <a:pt x="15" y="90"/>
                      <a:pt x="15" y="90"/>
                    </a:cubicBezTo>
                    <a:lnTo>
                      <a:pt x="10" y="90"/>
                    </a:lnTo>
                    <a:close/>
                    <a:moveTo>
                      <a:pt x="10" y="90"/>
                    </a:moveTo>
                    <a:cubicBezTo>
                      <a:pt x="10" y="90"/>
                      <a:pt x="10" y="90"/>
                      <a:pt x="10" y="90"/>
                    </a:cubicBezTo>
                  </a:path>
                </a:pathLst>
              </a:custGeom>
              <a:solidFill>
                <a:srgbClr val="84B9EA"/>
              </a:solidFill>
              <a:ln>
                <a:noFill/>
              </a:ln>
              <a:effectLst/>
              <a:extLst/>
            </p:spPr>
            <p:txBody>
              <a:bodyPr wrap="none" lIns="0" tIns="0" rIns="0" bIns="0" anchor="ctr">
                <a:noAutofit/>
              </a:bodyPr>
              <a:lstStyle/>
              <a:p>
                <a:pPr algn="ctr" fontAlgn="base" latinLnBrk="0">
                  <a:buClr>
                    <a:srgbClr val="969696"/>
                  </a:buClr>
                </a:pPr>
                <a:endParaRPr lang="ko-KR" altLang="en-US" sz="1000"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</p:grpSp>
      <p:sp>
        <p:nvSpPr>
          <p:cNvPr id="2" name="Text Box 10"/>
          <p:cNvSpPr txBox="1">
            <a:spLocks noChangeArrowheads="1"/>
          </p:cNvSpPr>
          <p:nvPr/>
        </p:nvSpPr>
        <p:spPr bwMode="gray">
          <a:xfrm>
            <a:off x="333375" y="787684"/>
            <a:ext cx="6184697" cy="49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1.1 </a:t>
            </a:r>
            <a:r>
              <a:rPr lang="ko-KR" altLang="en-US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페이지제목 </a:t>
            </a:r>
            <a:r>
              <a:rPr lang="en-US" altLang="ko-KR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 </a:t>
            </a:r>
            <a:r>
              <a:rPr lang="en-US" altLang="ko-KR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en-US" altLang="ko-KR" sz="1100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KoPub</a:t>
            </a:r>
            <a:r>
              <a:rPr lang="en-US" altLang="ko-KR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돋움체 </a:t>
            </a:r>
            <a:r>
              <a:rPr lang="en-US" altLang="ko-KR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Bold 11pt)</a:t>
            </a:r>
          </a:p>
          <a:p>
            <a:pPr eaLnBrk="1" latinLnBrk="0" hangingPunct="1">
              <a:lnSpc>
                <a:spcPct val="120000"/>
              </a:lnSpc>
            </a:pPr>
            <a:r>
              <a:rPr lang="en-US" altLang="ko-KR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1.1.1 </a:t>
            </a:r>
            <a:r>
              <a:rPr lang="ko-KR" altLang="en-US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페이지제목 </a:t>
            </a:r>
            <a:r>
              <a:rPr lang="en-US" altLang="ko-KR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</a:t>
            </a:r>
            <a:r>
              <a:rPr lang="ko-KR" altLang="en-US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en-US" altLang="ko-KR" sz="1600" b="0" dirty="0" err="1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KoPub</a:t>
            </a:r>
            <a:r>
              <a:rPr lang="en-US" altLang="ko-KR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돋움체 </a:t>
            </a:r>
            <a:r>
              <a:rPr lang="en-US" altLang="ko-KR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Bold 16pt)</a:t>
            </a:r>
            <a:endParaRPr lang="en-US" altLang="ko-KR" sz="1600" b="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338122" y="568206"/>
            <a:ext cx="6186503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defTabSz="914284" eaLnBrk="1" latinLnBrk="0" hangingPunct="1"/>
            <a:r>
              <a:rPr kumimoji="0" lang="en-US" altLang="ko-KR" sz="800" b="0" dirty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kumimoji="0" lang="ko-KR" altLang="en-US" sz="800" b="0" dirty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페이지제목 </a:t>
            </a:r>
            <a:r>
              <a:rPr kumimoji="0" lang="en-US" altLang="ko-KR" sz="800" b="0" dirty="0" smtClean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</a:t>
            </a:r>
            <a:endParaRPr kumimoji="0" lang="en-US" altLang="ko-KR" sz="800" b="0" dirty="0">
              <a:solidFill>
                <a:srgbClr val="4D4D4D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gray">
          <a:xfrm>
            <a:off x="333376" y="1388277"/>
            <a:ext cx="6121400" cy="406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just" latinLnBrk="0">
              <a:lnSpc>
                <a:spcPct val="110000"/>
              </a:lnSpc>
              <a:defRPr sz="1200" b="0" spc="-3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ko-KR" altLang="en-US" spc="0" dirty="0" err="1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리딩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줄 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글꼴에서 한글글꼴은 </a:t>
            </a:r>
            <a:r>
              <a:rPr lang="en-US" altLang="ko-KR" spc="0" dirty="0" err="1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KoPub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돋움체 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Medium 12pt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키워드는 </a:t>
            </a:r>
            <a:r>
              <a:rPr lang="en-US" altLang="ko-KR" spc="0" dirty="0" err="1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KoPub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돋움체 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Bold</a:t>
            </a:r>
            <a:b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</a:br>
            <a:r>
              <a:rPr lang="ko-KR" altLang="en-US" spc="0" dirty="0" err="1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리딩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줄 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글꼴에서 한글글꼴은 </a:t>
            </a:r>
            <a:r>
              <a:rPr lang="en-US" altLang="ko-KR" spc="0" dirty="0" err="1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KoPub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돋움체 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Medium 12pt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키워드는 </a:t>
            </a:r>
            <a:r>
              <a:rPr lang="en-US" altLang="ko-KR" spc="0" dirty="0" err="1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KoPub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돋움체 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Bold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336651" y="2517948"/>
            <a:ext cx="6184698" cy="6827665"/>
            <a:chOff x="336651" y="2517948"/>
            <a:chExt cx="6184698" cy="6827665"/>
          </a:xfrm>
        </p:grpSpPr>
        <p:sp>
          <p:nvSpPr>
            <p:cNvPr id="18" name="직사각형 17"/>
            <p:cNvSpPr/>
            <p:nvPr/>
          </p:nvSpPr>
          <p:spPr>
            <a:xfrm>
              <a:off x="336651" y="2770361"/>
              <a:ext cx="6184698" cy="6575251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336651" y="2517948"/>
              <a:ext cx="6184698" cy="6827665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23" name="그룹 22"/>
          <p:cNvGrpSpPr/>
          <p:nvPr/>
        </p:nvGrpSpPr>
        <p:grpSpPr>
          <a:xfrm>
            <a:off x="335557" y="2149606"/>
            <a:ext cx="6189067" cy="200055"/>
            <a:chOff x="335557" y="2352632"/>
            <a:chExt cx="6189067" cy="200055"/>
          </a:xfrm>
        </p:grpSpPr>
        <p:sp>
          <p:nvSpPr>
            <p:cNvPr id="24" name="모서리가 둥근 직사각형 23"/>
            <p:cNvSpPr/>
            <p:nvPr/>
          </p:nvSpPr>
          <p:spPr>
            <a:xfrm>
              <a:off x="476671" y="2370667"/>
              <a:ext cx="6047953" cy="163984"/>
            </a:xfrm>
            <a:prstGeom prst="roundRect">
              <a:avLst>
                <a:gd name="adj" fmla="val 0"/>
              </a:avLst>
            </a:prstGeom>
            <a:pattFill prst="ltUp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6350" cap="sq">
              <a:noFill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0" bIns="0" rtlCol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100" b="1" spc="-30" dirty="0">
                <a:solidFill>
                  <a:srgbClr val="06418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charset="0"/>
              </a:endParaRPr>
            </a:p>
          </p:txBody>
        </p:sp>
        <p:sp>
          <p:nvSpPr>
            <p:cNvPr id="25" name="Rectangle 6"/>
            <p:cNvSpPr>
              <a:spLocks noChangeArrowheads="1"/>
            </p:cNvSpPr>
            <p:nvPr/>
          </p:nvSpPr>
          <p:spPr bwMode="gray">
            <a:xfrm>
              <a:off x="335557" y="2352632"/>
              <a:ext cx="2160331" cy="200055"/>
            </a:xfrm>
            <a:prstGeom prst="rect">
              <a:avLst/>
            </a:prstGeom>
            <a:solidFill>
              <a:schemeClr val="bg1"/>
            </a:solidFill>
            <a:extLst/>
          </p:spPr>
          <p:txBody>
            <a:bodyPr wrap="none" lIns="0" tIns="0" rIns="36000" bIns="0" rtlCol="0" anchor="ctr">
              <a:spAutoFit/>
            </a:bodyPr>
            <a:lstStyle/>
            <a:p>
              <a:pPr fontAlgn="base" latinLnBrk="0">
                <a:spcBef>
                  <a:spcPct val="0"/>
                </a:spcBef>
              </a:pPr>
              <a:r>
                <a:rPr kumimoji="1" lang="ko-KR" altLang="en-US" sz="1300" dirty="0">
                  <a:latin typeface="KoPub돋움체 Bold" panose="00000800000000000000" pitchFamily="2" charset="-127"/>
                  <a:ea typeface="KoPub돋움체 Bold" panose="00000800000000000000" pitchFamily="2" charset="-127"/>
                  <a:cs typeface="Sharp Sans No1 Bold" pitchFamily="50" charset="0"/>
                </a:rPr>
                <a:t>중간바 </a:t>
              </a:r>
              <a:r>
                <a:rPr kumimoji="1" lang="en-US" altLang="ko-KR" sz="1300" dirty="0">
                  <a:latin typeface="KoPub돋움체 Bold" panose="00000800000000000000" pitchFamily="2" charset="-127"/>
                  <a:ea typeface="KoPub돋움체 Bold" panose="00000800000000000000" pitchFamily="2" charset="-127"/>
                  <a:cs typeface="Sharp Sans No1 Bold" pitchFamily="50" charset="0"/>
                </a:rPr>
                <a:t>(</a:t>
              </a:r>
              <a:r>
                <a:rPr kumimoji="1" lang="en-US" altLang="ko-KR" sz="1300" dirty="0" err="1">
                  <a:latin typeface="KoPub돋움체 Bold" panose="00000800000000000000" pitchFamily="2" charset="-127"/>
                  <a:ea typeface="KoPub돋움체 Bold" panose="00000800000000000000" pitchFamily="2" charset="-127"/>
                  <a:cs typeface="Sharp Sans No1 Bold" pitchFamily="50" charset="0"/>
                </a:rPr>
                <a:t>KoPub</a:t>
              </a:r>
              <a:r>
                <a:rPr kumimoji="1" lang="ko-KR" altLang="en-US" sz="1300" dirty="0">
                  <a:latin typeface="KoPub돋움체 Bold" panose="00000800000000000000" pitchFamily="2" charset="-127"/>
                  <a:ea typeface="KoPub돋움체 Bold" panose="00000800000000000000" pitchFamily="2" charset="-127"/>
                  <a:cs typeface="Sharp Sans No1 Bold" pitchFamily="50" charset="0"/>
                </a:rPr>
                <a:t>돋움체 </a:t>
              </a:r>
              <a:r>
                <a:rPr kumimoji="1" lang="en-US" altLang="ko-KR" sz="1300" dirty="0">
                  <a:latin typeface="KoPub돋움체 Bold" panose="00000800000000000000" pitchFamily="2" charset="-127"/>
                  <a:ea typeface="KoPub돋움체 Bold" panose="00000800000000000000" pitchFamily="2" charset="-127"/>
                  <a:cs typeface="Sharp Sans No1 Bold" pitchFamily="50" charset="0"/>
                </a:rPr>
                <a:t>Bold 13)</a:t>
              </a:r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346076" y="2483723"/>
            <a:ext cx="2267275" cy="194349"/>
            <a:chOff x="339726" y="2214106"/>
            <a:chExt cx="2267275" cy="194349"/>
          </a:xfrm>
        </p:grpSpPr>
        <p:sp>
          <p:nvSpPr>
            <p:cNvPr id="27" name="Text Box 79"/>
            <p:cNvSpPr txBox="1">
              <a:spLocks noChangeArrowheads="1"/>
            </p:cNvSpPr>
            <p:nvPr/>
          </p:nvSpPr>
          <p:spPr bwMode="gray">
            <a:xfrm>
              <a:off x="507067" y="2214106"/>
              <a:ext cx="2099934" cy="194349"/>
            </a:xfrm>
            <a:prstGeom prst="rect">
              <a:avLst/>
            </a:prstGeom>
            <a:noFill/>
            <a:extLst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latinLnBrk="0">
                <a:lnSpc>
                  <a:spcPct val="110000"/>
                </a:lnSpc>
                <a:spcAft>
                  <a:spcPts val="0"/>
                </a:spcAft>
                <a:defRPr sz="2000" spc="-70">
                  <a:ln>
                    <a:solidFill>
                      <a:srgbClr val="8FD2F7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  <a:cs typeface="Sharp Sans No1 Bold" pitchFamily="50" charset="0"/>
                </a:defRPr>
              </a:lvl1pPr>
            </a:lstStyle>
            <a:p>
              <a:r>
                <a:rPr lang="ko-KR" altLang="en-US" sz="1200" spc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소제목바</a:t>
              </a:r>
              <a:r>
                <a:rPr lang="ko-KR" altLang="en-US" sz="120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 </a:t>
              </a:r>
              <a:r>
                <a:rPr lang="en-US" altLang="ko-KR" sz="120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(</a:t>
              </a:r>
              <a:r>
                <a:rPr lang="en-US" altLang="ko-KR" sz="1200" spc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KoPub</a:t>
              </a:r>
              <a:r>
                <a:rPr lang="ko-KR" altLang="en-US" sz="120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돋움체 </a:t>
              </a:r>
              <a:r>
                <a:rPr lang="en-US" altLang="ko-KR" sz="120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Bold 12)</a:t>
              </a:r>
            </a:p>
          </p:txBody>
        </p:sp>
        <p:sp>
          <p:nvSpPr>
            <p:cNvPr id="28" name="Oval 472"/>
            <p:cNvSpPr>
              <a:spLocks noChangeArrowheads="1"/>
            </p:cNvSpPr>
            <p:nvPr/>
          </p:nvSpPr>
          <p:spPr bwMode="gray">
            <a:xfrm>
              <a:off x="339726" y="2268841"/>
              <a:ext cx="95250" cy="93663"/>
            </a:xfrm>
            <a:prstGeom prst="ellipse">
              <a:avLst/>
            </a:prstGeom>
            <a:solidFill>
              <a:srgbClr val="FFFFFF"/>
            </a:solidFill>
            <a:ln w="31750">
              <a:solidFill>
                <a:srgbClr val="EB61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latinLnBrk="0"/>
              <a:endParaRPr kumimoji="1" lang="ko-KR" altLang="ko-KR" sz="1000" kern="0">
                <a:solidFill>
                  <a:srgbClr val="000000"/>
                </a:solidFill>
                <a:latin typeface="굴림" charset="-127"/>
                <a:ea typeface="굴림" charset="-127"/>
              </a:endParaRPr>
            </a:p>
          </p:txBody>
        </p:sp>
      </p:grpSp>
      <p:sp>
        <p:nvSpPr>
          <p:cNvPr id="31" name="Rectangle 13"/>
          <p:cNvSpPr>
            <a:spLocks noChangeArrowheads="1"/>
          </p:cNvSpPr>
          <p:nvPr/>
        </p:nvSpPr>
        <p:spPr bwMode="gray">
          <a:xfrm>
            <a:off x="1974275" y="2974402"/>
            <a:ext cx="2909451" cy="259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600" b="0" kern="0" dirty="0" smtClean="0">
                <a:solidFill>
                  <a:srgbClr val="EB61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강조 타이틀</a:t>
            </a:r>
            <a:r>
              <a:rPr lang="en-US" altLang="ko-KR" sz="1600" b="0" kern="0" dirty="0" smtClean="0">
                <a:solidFill>
                  <a:srgbClr val="EB61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600" b="0" dirty="0" err="1" smtClean="0">
                <a:solidFill>
                  <a:prstClr val="black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KoPub</a:t>
            </a:r>
            <a:r>
              <a:rPr lang="ko-KR" altLang="en-US" sz="1600" b="0" dirty="0" smtClean="0">
                <a:solidFill>
                  <a:prstClr val="black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돋움체 </a:t>
            </a:r>
            <a:r>
              <a:rPr lang="en-US" altLang="ko-KR" sz="1600" b="0" dirty="0" smtClean="0">
                <a:solidFill>
                  <a:prstClr val="black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Bold 16</a:t>
            </a:r>
            <a:endParaRPr lang="en-US" altLang="ko-KR" sz="1600" b="0" dirty="0">
              <a:solidFill>
                <a:prstClr val="black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32" name="그룹 31"/>
          <p:cNvGrpSpPr/>
          <p:nvPr/>
        </p:nvGrpSpPr>
        <p:grpSpPr>
          <a:xfrm>
            <a:off x="1749940" y="2978409"/>
            <a:ext cx="3351569" cy="112027"/>
            <a:chOff x="1753215" y="2773308"/>
            <a:chExt cx="3351569" cy="112027"/>
          </a:xfrm>
        </p:grpSpPr>
        <p:grpSp>
          <p:nvGrpSpPr>
            <p:cNvPr id="33" name="그룹 32"/>
            <p:cNvGrpSpPr/>
            <p:nvPr/>
          </p:nvGrpSpPr>
          <p:grpSpPr>
            <a:xfrm>
              <a:off x="1753215" y="2773308"/>
              <a:ext cx="167172" cy="112027"/>
              <a:chOff x="2083209" y="1553008"/>
              <a:chExt cx="167172" cy="112027"/>
            </a:xfrm>
          </p:grpSpPr>
          <p:sp>
            <p:nvSpPr>
              <p:cNvPr id="37" name="타원 2"/>
              <p:cNvSpPr/>
              <p:nvPr/>
            </p:nvSpPr>
            <p:spPr>
              <a:xfrm>
                <a:off x="2083209" y="1553008"/>
                <a:ext cx="79382" cy="112027"/>
              </a:xfrm>
              <a:custGeom>
                <a:avLst/>
                <a:gdLst/>
                <a:ahLst/>
                <a:cxnLst/>
                <a:rect l="l" t="t" r="r" b="b"/>
                <a:pathLst>
                  <a:path w="195222" h="275507">
                    <a:moveTo>
                      <a:pt x="189955" y="121"/>
                    </a:moveTo>
                    <a:cubicBezTo>
                      <a:pt x="148162" y="13679"/>
                      <a:pt x="113387" y="41387"/>
                      <a:pt x="94306" y="80952"/>
                    </a:cubicBezTo>
                    <a:cubicBezTo>
                      <a:pt x="95390" y="80304"/>
                      <a:pt x="96498" y="80285"/>
                      <a:pt x="97611" y="80285"/>
                    </a:cubicBezTo>
                    <a:cubicBezTo>
                      <a:pt x="151520" y="80285"/>
                      <a:pt x="195222" y="123987"/>
                      <a:pt x="195222" y="177896"/>
                    </a:cubicBezTo>
                    <a:cubicBezTo>
                      <a:pt x="195222" y="231805"/>
                      <a:pt x="151520" y="275507"/>
                      <a:pt x="97611" y="275507"/>
                    </a:cubicBezTo>
                    <a:cubicBezTo>
                      <a:pt x="56830" y="275507"/>
                      <a:pt x="21890" y="250498"/>
                      <a:pt x="7472" y="214906"/>
                    </a:cubicBezTo>
                    <a:lnTo>
                      <a:pt x="6700" y="215145"/>
                    </a:lnTo>
                    <a:lnTo>
                      <a:pt x="4961" y="202467"/>
                    </a:lnTo>
                    <a:cubicBezTo>
                      <a:pt x="1126" y="194935"/>
                      <a:pt x="0" y="186547"/>
                      <a:pt x="0" y="177896"/>
                    </a:cubicBezTo>
                    <a:lnTo>
                      <a:pt x="947" y="173205"/>
                    </a:lnTo>
                    <a:cubicBezTo>
                      <a:pt x="-2084" y="149619"/>
                      <a:pt x="2757" y="125847"/>
                      <a:pt x="12970" y="103282"/>
                    </a:cubicBezTo>
                    <a:cubicBezTo>
                      <a:pt x="35802" y="52835"/>
                      <a:pt x="80893" y="18582"/>
                      <a:pt x="134297" y="5694"/>
                    </a:cubicBezTo>
                    <a:cubicBezTo>
                      <a:pt x="152098" y="1398"/>
                      <a:pt x="170822" y="-523"/>
                      <a:pt x="189955" y="121"/>
                    </a:cubicBezTo>
                    <a:close/>
                  </a:path>
                </a:pathLst>
              </a:custGeom>
              <a:solidFill>
                <a:srgbClr val="101116">
                  <a:alpha val="3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331" latinLnBrk="0">
                  <a:defRPr/>
                </a:pPr>
                <a:endParaRPr lang="ko-KR" altLang="en-US" sz="1600" kern="0"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38" name="타원 2"/>
              <p:cNvSpPr/>
              <p:nvPr/>
            </p:nvSpPr>
            <p:spPr>
              <a:xfrm>
                <a:off x="2170999" y="1553008"/>
                <a:ext cx="79382" cy="112027"/>
              </a:xfrm>
              <a:custGeom>
                <a:avLst/>
                <a:gdLst/>
                <a:ahLst/>
                <a:cxnLst/>
                <a:rect l="l" t="t" r="r" b="b"/>
                <a:pathLst>
                  <a:path w="195222" h="275507">
                    <a:moveTo>
                      <a:pt x="189955" y="121"/>
                    </a:moveTo>
                    <a:cubicBezTo>
                      <a:pt x="148162" y="13679"/>
                      <a:pt x="113387" y="41387"/>
                      <a:pt x="94306" y="80952"/>
                    </a:cubicBezTo>
                    <a:cubicBezTo>
                      <a:pt x="95390" y="80304"/>
                      <a:pt x="96498" y="80285"/>
                      <a:pt x="97611" y="80285"/>
                    </a:cubicBezTo>
                    <a:cubicBezTo>
                      <a:pt x="151520" y="80285"/>
                      <a:pt x="195222" y="123987"/>
                      <a:pt x="195222" y="177896"/>
                    </a:cubicBezTo>
                    <a:cubicBezTo>
                      <a:pt x="195222" y="231805"/>
                      <a:pt x="151520" y="275507"/>
                      <a:pt x="97611" y="275507"/>
                    </a:cubicBezTo>
                    <a:cubicBezTo>
                      <a:pt x="56830" y="275507"/>
                      <a:pt x="21890" y="250498"/>
                      <a:pt x="7472" y="214906"/>
                    </a:cubicBezTo>
                    <a:lnTo>
                      <a:pt x="6700" y="215145"/>
                    </a:lnTo>
                    <a:lnTo>
                      <a:pt x="4961" y="202467"/>
                    </a:lnTo>
                    <a:cubicBezTo>
                      <a:pt x="1126" y="194935"/>
                      <a:pt x="0" y="186547"/>
                      <a:pt x="0" y="177896"/>
                    </a:cubicBezTo>
                    <a:lnTo>
                      <a:pt x="947" y="173205"/>
                    </a:lnTo>
                    <a:cubicBezTo>
                      <a:pt x="-2084" y="149619"/>
                      <a:pt x="2757" y="125847"/>
                      <a:pt x="12970" y="103282"/>
                    </a:cubicBezTo>
                    <a:cubicBezTo>
                      <a:pt x="35802" y="52835"/>
                      <a:pt x="80893" y="18582"/>
                      <a:pt x="134297" y="5694"/>
                    </a:cubicBezTo>
                    <a:cubicBezTo>
                      <a:pt x="152098" y="1398"/>
                      <a:pt x="170822" y="-523"/>
                      <a:pt x="189955" y="121"/>
                    </a:cubicBezTo>
                    <a:close/>
                  </a:path>
                </a:pathLst>
              </a:custGeom>
              <a:solidFill>
                <a:srgbClr val="101116">
                  <a:alpha val="3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331" latinLnBrk="0">
                  <a:defRPr/>
                </a:pPr>
                <a:endParaRPr lang="ko-KR" altLang="en-US" sz="1600" kern="0"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34" name="그룹 33"/>
            <p:cNvGrpSpPr/>
            <p:nvPr/>
          </p:nvGrpSpPr>
          <p:grpSpPr>
            <a:xfrm rot="10800000">
              <a:off x="4937612" y="2773308"/>
              <a:ext cx="167172" cy="112027"/>
              <a:chOff x="2083209" y="1553008"/>
              <a:chExt cx="167172" cy="112027"/>
            </a:xfrm>
          </p:grpSpPr>
          <p:sp>
            <p:nvSpPr>
              <p:cNvPr id="35" name="타원 2"/>
              <p:cNvSpPr/>
              <p:nvPr/>
            </p:nvSpPr>
            <p:spPr>
              <a:xfrm>
                <a:off x="2083209" y="1553008"/>
                <a:ext cx="79382" cy="112027"/>
              </a:xfrm>
              <a:custGeom>
                <a:avLst/>
                <a:gdLst/>
                <a:ahLst/>
                <a:cxnLst/>
                <a:rect l="l" t="t" r="r" b="b"/>
                <a:pathLst>
                  <a:path w="195222" h="275507">
                    <a:moveTo>
                      <a:pt x="189955" y="121"/>
                    </a:moveTo>
                    <a:cubicBezTo>
                      <a:pt x="148162" y="13679"/>
                      <a:pt x="113387" y="41387"/>
                      <a:pt x="94306" y="80952"/>
                    </a:cubicBezTo>
                    <a:cubicBezTo>
                      <a:pt x="95390" y="80304"/>
                      <a:pt x="96498" y="80285"/>
                      <a:pt x="97611" y="80285"/>
                    </a:cubicBezTo>
                    <a:cubicBezTo>
                      <a:pt x="151520" y="80285"/>
                      <a:pt x="195222" y="123987"/>
                      <a:pt x="195222" y="177896"/>
                    </a:cubicBezTo>
                    <a:cubicBezTo>
                      <a:pt x="195222" y="231805"/>
                      <a:pt x="151520" y="275507"/>
                      <a:pt x="97611" y="275507"/>
                    </a:cubicBezTo>
                    <a:cubicBezTo>
                      <a:pt x="56830" y="275507"/>
                      <a:pt x="21890" y="250498"/>
                      <a:pt x="7472" y="214906"/>
                    </a:cubicBezTo>
                    <a:lnTo>
                      <a:pt x="6700" y="215145"/>
                    </a:lnTo>
                    <a:lnTo>
                      <a:pt x="4961" y="202467"/>
                    </a:lnTo>
                    <a:cubicBezTo>
                      <a:pt x="1126" y="194935"/>
                      <a:pt x="0" y="186547"/>
                      <a:pt x="0" y="177896"/>
                    </a:cubicBezTo>
                    <a:lnTo>
                      <a:pt x="947" y="173205"/>
                    </a:lnTo>
                    <a:cubicBezTo>
                      <a:pt x="-2084" y="149619"/>
                      <a:pt x="2757" y="125847"/>
                      <a:pt x="12970" y="103282"/>
                    </a:cubicBezTo>
                    <a:cubicBezTo>
                      <a:pt x="35802" y="52835"/>
                      <a:pt x="80893" y="18582"/>
                      <a:pt x="134297" y="5694"/>
                    </a:cubicBezTo>
                    <a:cubicBezTo>
                      <a:pt x="152098" y="1398"/>
                      <a:pt x="170822" y="-523"/>
                      <a:pt x="189955" y="121"/>
                    </a:cubicBezTo>
                    <a:close/>
                  </a:path>
                </a:pathLst>
              </a:custGeom>
              <a:solidFill>
                <a:srgbClr val="101116">
                  <a:alpha val="3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331" latinLnBrk="0">
                  <a:defRPr/>
                </a:pPr>
                <a:endParaRPr lang="ko-KR" altLang="en-US" sz="1600" kern="0"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36" name="타원 2"/>
              <p:cNvSpPr/>
              <p:nvPr/>
            </p:nvSpPr>
            <p:spPr>
              <a:xfrm>
                <a:off x="2170999" y="1553008"/>
                <a:ext cx="79382" cy="112027"/>
              </a:xfrm>
              <a:custGeom>
                <a:avLst/>
                <a:gdLst/>
                <a:ahLst/>
                <a:cxnLst/>
                <a:rect l="l" t="t" r="r" b="b"/>
                <a:pathLst>
                  <a:path w="195222" h="275507">
                    <a:moveTo>
                      <a:pt x="189955" y="121"/>
                    </a:moveTo>
                    <a:cubicBezTo>
                      <a:pt x="148162" y="13679"/>
                      <a:pt x="113387" y="41387"/>
                      <a:pt x="94306" y="80952"/>
                    </a:cubicBezTo>
                    <a:cubicBezTo>
                      <a:pt x="95390" y="80304"/>
                      <a:pt x="96498" y="80285"/>
                      <a:pt x="97611" y="80285"/>
                    </a:cubicBezTo>
                    <a:cubicBezTo>
                      <a:pt x="151520" y="80285"/>
                      <a:pt x="195222" y="123987"/>
                      <a:pt x="195222" y="177896"/>
                    </a:cubicBezTo>
                    <a:cubicBezTo>
                      <a:pt x="195222" y="231805"/>
                      <a:pt x="151520" y="275507"/>
                      <a:pt x="97611" y="275507"/>
                    </a:cubicBezTo>
                    <a:cubicBezTo>
                      <a:pt x="56830" y="275507"/>
                      <a:pt x="21890" y="250498"/>
                      <a:pt x="7472" y="214906"/>
                    </a:cubicBezTo>
                    <a:lnTo>
                      <a:pt x="6700" y="215145"/>
                    </a:lnTo>
                    <a:lnTo>
                      <a:pt x="4961" y="202467"/>
                    </a:lnTo>
                    <a:cubicBezTo>
                      <a:pt x="1126" y="194935"/>
                      <a:pt x="0" y="186547"/>
                      <a:pt x="0" y="177896"/>
                    </a:cubicBezTo>
                    <a:lnTo>
                      <a:pt x="947" y="173205"/>
                    </a:lnTo>
                    <a:cubicBezTo>
                      <a:pt x="-2084" y="149619"/>
                      <a:pt x="2757" y="125847"/>
                      <a:pt x="12970" y="103282"/>
                    </a:cubicBezTo>
                    <a:cubicBezTo>
                      <a:pt x="35802" y="52835"/>
                      <a:pt x="80893" y="18582"/>
                      <a:pt x="134297" y="5694"/>
                    </a:cubicBezTo>
                    <a:cubicBezTo>
                      <a:pt x="152098" y="1398"/>
                      <a:pt x="170822" y="-523"/>
                      <a:pt x="189955" y="121"/>
                    </a:cubicBezTo>
                    <a:close/>
                  </a:path>
                </a:pathLst>
              </a:custGeom>
              <a:solidFill>
                <a:srgbClr val="101116">
                  <a:alpha val="3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331" latinLnBrk="0">
                  <a:defRPr/>
                </a:pPr>
                <a:endParaRPr lang="ko-KR" altLang="en-US" sz="1600" kern="0"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39" name="그룹 38"/>
          <p:cNvGrpSpPr/>
          <p:nvPr/>
        </p:nvGrpSpPr>
        <p:grpSpPr>
          <a:xfrm>
            <a:off x="801464" y="3584715"/>
            <a:ext cx="5258247" cy="1257805"/>
            <a:chOff x="693820" y="3379614"/>
            <a:chExt cx="5258247" cy="1257805"/>
          </a:xfrm>
        </p:grpSpPr>
        <p:sp>
          <p:nvSpPr>
            <p:cNvPr id="40" name="모서리가 둥근 직사각형 39"/>
            <p:cNvSpPr/>
            <p:nvPr/>
          </p:nvSpPr>
          <p:spPr>
            <a:xfrm>
              <a:off x="693820" y="3379614"/>
              <a:ext cx="5258247" cy="1257805"/>
            </a:xfrm>
            <a:prstGeom prst="roundRect">
              <a:avLst>
                <a:gd name="adj" fmla="val 50000"/>
              </a:avLst>
            </a:prstGeom>
            <a:noFill/>
            <a:ln w="25400" cap="rnd" cmpd="sng" algn="ctr">
              <a:gradFill flip="none" rotWithShape="1">
                <a:gsLst>
                  <a:gs pos="0">
                    <a:srgbClr val="004C98"/>
                  </a:gs>
                  <a:gs pos="5000">
                    <a:schemeClr val="bg1"/>
                  </a:gs>
                  <a:gs pos="95000">
                    <a:schemeClr val="bg1"/>
                  </a:gs>
                  <a:gs pos="100000">
                    <a:srgbClr val="004C98"/>
                  </a:gs>
                </a:gsLst>
                <a:lin ang="10800000" scaled="1"/>
                <a:tileRect/>
              </a:gradFill>
              <a:prstDash val="sysDot"/>
              <a:miter lim="800000"/>
            </a:ln>
            <a:effectLst/>
          </p:spPr>
          <p:txBody>
            <a:bodyPr lIns="91432" tIns="45718" rIns="91432" bIns="45718" rtlCol="0" anchor="ctr"/>
            <a:lstStyle/>
            <a:p>
              <a:pPr algn="ctr" defTabSz="914286" latinLnBrk="0"/>
              <a:endParaRPr lang="ko-KR" altLang="en-US" sz="2000" kern="0" dirty="0">
                <a:solidFill>
                  <a:prstClr val="white"/>
                </a:solidFill>
              </a:endParaRPr>
            </a:p>
          </p:txBody>
        </p:sp>
        <p:grpSp>
          <p:nvGrpSpPr>
            <p:cNvPr id="41" name="그룹 40"/>
            <p:cNvGrpSpPr/>
            <p:nvPr/>
          </p:nvGrpSpPr>
          <p:grpSpPr>
            <a:xfrm>
              <a:off x="815830" y="3494896"/>
              <a:ext cx="5014226" cy="1027240"/>
              <a:chOff x="804941" y="3494896"/>
              <a:chExt cx="5014226" cy="1027240"/>
            </a:xfrm>
          </p:grpSpPr>
          <p:sp>
            <p:nvSpPr>
              <p:cNvPr id="42" name="타원 41"/>
              <p:cNvSpPr/>
              <p:nvPr/>
            </p:nvSpPr>
            <p:spPr bwMode="auto">
              <a:xfrm>
                <a:off x="804941" y="3494896"/>
                <a:ext cx="1027240" cy="1027240"/>
              </a:xfrm>
              <a:prstGeom prst="ellipse">
                <a:avLst/>
              </a:prstGeom>
              <a:solidFill>
                <a:srgbClr val="004C98"/>
              </a:solidFill>
              <a:ln>
                <a:noFill/>
              </a:ln>
              <a:effectLst/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71634" tIns="35817" rIns="71634" bIns="35817" anchor="ctr"/>
              <a:lstStyle/>
              <a:p>
                <a:pPr algn="ctr"/>
                <a:r>
                  <a:rPr lang="en-US" altLang="ko-KR" sz="1300" dirty="0" err="1"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KoPub</a:t>
                </a:r>
                <a:r>
                  <a:rPr lang="ko-KR" altLang="en-US" sz="1300" dirty="0"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돋움</a:t>
                </a:r>
                <a:br>
                  <a:rPr lang="ko-KR" altLang="en-US" sz="1300" dirty="0"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</a:br>
                <a:r>
                  <a:rPr lang="en-US" altLang="ko-KR" sz="1300" dirty="0"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Bold 13</a:t>
                </a:r>
              </a:p>
            </p:txBody>
          </p:sp>
          <p:grpSp>
            <p:nvGrpSpPr>
              <p:cNvPr id="43" name="그룹 42"/>
              <p:cNvGrpSpPr/>
              <p:nvPr/>
            </p:nvGrpSpPr>
            <p:grpSpPr>
              <a:xfrm>
                <a:off x="1905460" y="3930918"/>
                <a:ext cx="155198" cy="155198"/>
                <a:chOff x="6847831" y="3666319"/>
                <a:chExt cx="214801" cy="214801"/>
              </a:xfrm>
              <a:solidFill>
                <a:schemeClr val="tx1">
                  <a:alpha val="20000"/>
                </a:schemeClr>
              </a:solidFill>
            </p:grpSpPr>
            <p:sp>
              <p:nvSpPr>
                <p:cNvPr id="53" name="모서리가 둥근 직사각형 52"/>
                <p:cNvSpPr/>
                <p:nvPr/>
              </p:nvSpPr>
              <p:spPr bwMode="auto">
                <a:xfrm>
                  <a:off x="6925186" y="3666319"/>
                  <a:ext cx="60070" cy="214801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  <a:effectLst/>
                <a:extLst/>
              </p:spPr>
              <p:txBody>
                <a:bodyPr wrap="none" lIns="0" tIns="0" rIns="0" bIns="0" rtlCol="0" anchor="ctr">
                  <a:noAutofit/>
                  <a:scene3d>
                    <a:camera prst="orthographicFront"/>
                    <a:lightRig rig="threePt" dir="t"/>
                  </a:scene3d>
                  <a:sp3d extrusionH="12700">
                    <a:bevelT w="0"/>
                    <a:contourClr>
                      <a:schemeClr val="bg1"/>
                    </a:contourClr>
                  </a:sp3d>
                </a:bodyPr>
                <a:lstStyle/>
                <a:p>
                  <a:pPr algn="ctr" defTabSz="800168" fontAlgn="base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F06325"/>
                    </a:buClr>
                    <a:buSzPct val="80000"/>
                  </a:pPr>
                  <a:endParaRPr kumimoji="1" lang="ko-KR" altLang="en-US" sz="1400" dirty="0">
                    <a:solidFill>
                      <a:srgbClr val="00DEFF"/>
                    </a:solidFill>
                    <a:cs typeface="Arial" charset="0"/>
                  </a:endParaRPr>
                </a:p>
              </p:txBody>
            </p:sp>
            <p:sp>
              <p:nvSpPr>
                <p:cNvPr id="54" name="모서리가 둥근 직사각형 53"/>
                <p:cNvSpPr/>
                <p:nvPr/>
              </p:nvSpPr>
              <p:spPr bwMode="auto">
                <a:xfrm rot="5400000">
                  <a:off x="6925197" y="3666329"/>
                  <a:ext cx="60069" cy="214801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  <a:effectLst/>
                <a:extLst/>
              </p:spPr>
              <p:txBody>
                <a:bodyPr wrap="none" lIns="0" tIns="0" rIns="0" bIns="0" rtlCol="0" anchor="ctr">
                  <a:noAutofit/>
                  <a:scene3d>
                    <a:camera prst="orthographicFront"/>
                    <a:lightRig rig="threePt" dir="t"/>
                  </a:scene3d>
                  <a:sp3d extrusionH="12700">
                    <a:bevelT w="0"/>
                    <a:contourClr>
                      <a:schemeClr val="bg1"/>
                    </a:contourClr>
                  </a:sp3d>
                </a:bodyPr>
                <a:lstStyle/>
                <a:p>
                  <a:pPr algn="ctr" defTabSz="800168" fontAlgn="base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F06325"/>
                    </a:buClr>
                    <a:buSzPct val="80000"/>
                  </a:pPr>
                  <a:endParaRPr kumimoji="1" lang="ko-KR" altLang="en-US" sz="1400" dirty="0">
                    <a:solidFill>
                      <a:srgbClr val="00DEFF"/>
                    </a:solidFill>
                    <a:cs typeface="Arial" charset="0"/>
                  </a:endParaRPr>
                </a:p>
              </p:txBody>
            </p:sp>
          </p:grpSp>
          <p:sp>
            <p:nvSpPr>
              <p:cNvPr id="44" name="타원 43"/>
              <p:cNvSpPr/>
              <p:nvPr/>
            </p:nvSpPr>
            <p:spPr bwMode="auto">
              <a:xfrm>
                <a:off x="2133937" y="3494896"/>
                <a:ext cx="1027240" cy="1027240"/>
              </a:xfrm>
              <a:prstGeom prst="ellipse">
                <a:avLst/>
              </a:prstGeom>
              <a:solidFill>
                <a:srgbClr val="004C98"/>
              </a:solidFill>
              <a:ln>
                <a:noFill/>
              </a:ln>
              <a:effectLst/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71634" tIns="35817" rIns="71634" bIns="35817" anchor="ctr"/>
              <a:lstStyle/>
              <a:p>
                <a:pPr algn="ctr"/>
                <a:r>
                  <a:rPr lang="en-US" altLang="ko-KR" sz="1300" dirty="0" err="1"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KoPub</a:t>
                </a:r>
                <a:r>
                  <a:rPr lang="ko-KR" altLang="en-US" sz="1300" dirty="0"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돋움</a:t>
                </a:r>
                <a:br>
                  <a:rPr lang="ko-KR" altLang="en-US" sz="1300" dirty="0"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</a:br>
                <a:r>
                  <a:rPr lang="en-US" altLang="ko-KR" sz="1300" dirty="0"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Bold 13</a:t>
                </a:r>
              </a:p>
            </p:txBody>
          </p:sp>
          <p:sp>
            <p:nvSpPr>
              <p:cNvPr id="45" name="타원 44"/>
              <p:cNvSpPr/>
              <p:nvPr/>
            </p:nvSpPr>
            <p:spPr bwMode="auto">
              <a:xfrm>
                <a:off x="3462933" y="3494896"/>
                <a:ext cx="1027240" cy="1027240"/>
              </a:xfrm>
              <a:prstGeom prst="ellipse">
                <a:avLst/>
              </a:prstGeom>
              <a:solidFill>
                <a:srgbClr val="004C98"/>
              </a:solidFill>
              <a:ln>
                <a:noFill/>
              </a:ln>
              <a:effectLst/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71634" tIns="35817" rIns="71634" bIns="35817" anchor="ctr"/>
              <a:lstStyle/>
              <a:p>
                <a:pPr algn="ctr"/>
                <a:r>
                  <a:rPr lang="en-US" altLang="ko-KR" sz="1300" dirty="0" err="1"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KoPub</a:t>
                </a:r>
                <a:r>
                  <a:rPr lang="ko-KR" altLang="en-US" sz="1300" dirty="0"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돋움</a:t>
                </a:r>
                <a:br>
                  <a:rPr lang="ko-KR" altLang="en-US" sz="1300" dirty="0"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</a:br>
                <a:r>
                  <a:rPr lang="en-US" altLang="ko-KR" sz="1300" dirty="0"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Bold 13</a:t>
                </a:r>
              </a:p>
            </p:txBody>
          </p:sp>
          <p:sp>
            <p:nvSpPr>
              <p:cNvPr id="46" name="타원 45"/>
              <p:cNvSpPr/>
              <p:nvPr/>
            </p:nvSpPr>
            <p:spPr bwMode="auto">
              <a:xfrm>
                <a:off x="4791927" y="3494896"/>
                <a:ext cx="1027240" cy="1027240"/>
              </a:xfrm>
              <a:prstGeom prst="ellipse">
                <a:avLst/>
              </a:prstGeom>
              <a:solidFill>
                <a:srgbClr val="004C98"/>
              </a:solidFill>
              <a:ln>
                <a:noFill/>
              </a:ln>
              <a:effectLst/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71634" tIns="35817" rIns="71634" bIns="35817" anchor="ctr"/>
              <a:lstStyle/>
              <a:p>
                <a:pPr algn="ctr"/>
                <a:r>
                  <a:rPr lang="en-US" altLang="ko-KR" sz="1300" dirty="0" err="1"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KoPub</a:t>
                </a:r>
                <a:r>
                  <a:rPr lang="ko-KR" altLang="en-US" sz="1300" dirty="0"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돋움</a:t>
                </a:r>
                <a:br>
                  <a:rPr lang="ko-KR" altLang="en-US" sz="1300" dirty="0"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</a:br>
                <a:r>
                  <a:rPr lang="en-US" altLang="ko-KR" sz="1300" dirty="0"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Bold 13</a:t>
                </a:r>
              </a:p>
            </p:txBody>
          </p:sp>
          <p:grpSp>
            <p:nvGrpSpPr>
              <p:cNvPr id="47" name="그룹 46"/>
              <p:cNvGrpSpPr/>
              <p:nvPr/>
            </p:nvGrpSpPr>
            <p:grpSpPr>
              <a:xfrm>
                <a:off x="3234456" y="3930918"/>
                <a:ext cx="155198" cy="155198"/>
                <a:chOff x="6847831" y="3666319"/>
                <a:chExt cx="214801" cy="214801"/>
              </a:xfrm>
              <a:solidFill>
                <a:schemeClr val="tx1">
                  <a:alpha val="20000"/>
                </a:schemeClr>
              </a:solidFill>
            </p:grpSpPr>
            <p:sp>
              <p:nvSpPr>
                <p:cNvPr id="51" name="모서리가 둥근 직사각형 50"/>
                <p:cNvSpPr/>
                <p:nvPr/>
              </p:nvSpPr>
              <p:spPr bwMode="auto">
                <a:xfrm>
                  <a:off x="6925186" y="3666319"/>
                  <a:ext cx="60070" cy="214801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  <a:effectLst/>
                <a:extLst/>
              </p:spPr>
              <p:txBody>
                <a:bodyPr wrap="none" lIns="0" tIns="0" rIns="0" bIns="0" rtlCol="0" anchor="ctr">
                  <a:noAutofit/>
                  <a:scene3d>
                    <a:camera prst="orthographicFront"/>
                    <a:lightRig rig="threePt" dir="t"/>
                  </a:scene3d>
                  <a:sp3d extrusionH="12700">
                    <a:bevelT w="0"/>
                    <a:contourClr>
                      <a:schemeClr val="bg1"/>
                    </a:contourClr>
                  </a:sp3d>
                </a:bodyPr>
                <a:lstStyle/>
                <a:p>
                  <a:pPr algn="ctr" defTabSz="800168" fontAlgn="base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F06325"/>
                    </a:buClr>
                    <a:buSzPct val="80000"/>
                  </a:pPr>
                  <a:endParaRPr kumimoji="1" lang="ko-KR" altLang="en-US" sz="1400" dirty="0">
                    <a:solidFill>
                      <a:srgbClr val="00DEFF"/>
                    </a:solidFill>
                    <a:cs typeface="Arial" charset="0"/>
                  </a:endParaRPr>
                </a:p>
              </p:txBody>
            </p:sp>
            <p:sp>
              <p:nvSpPr>
                <p:cNvPr id="52" name="모서리가 둥근 직사각형 51"/>
                <p:cNvSpPr/>
                <p:nvPr/>
              </p:nvSpPr>
              <p:spPr bwMode="auto">
                <a:xfrm rot="5400000">
                  <a:off x="6925197" y="3666329"/>
                  <a:ext cx="60069" cy="214801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  <a:effectLst/>
                <a:extLst/>
              </p:spPr>
              <p:txBody>
                <a:bodyPr wrap="none" lIns="0" tIns="0" rIns="0" bIns="0" rtlCol="0" anchor="ctr">
                  <a:noAutofit/>
                  <a:scene3d>
                    <a:camera prst="orthographicFront"/>
                    <a:lightRig rig="threePt" dir="t"/>
                  </a:scene3d>
                  <a:sp3d extrusionH="12700">
                    <a:bevelT w="0"/>
                    <a:contourClr>
                      <a:schemeClr val="bg1"/>
                    </a:contourClr>
                  </a:sp3d>
                </a:bodyPr>
                <a:lstStyle/>
                <a:p>
                  <a:pPr algn="ctr" defTabSz="800168" fontAlgn="base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F06325"/>
                    </a:buClr>
                    <a:buSzPct val="80000"/>
                  </a:pPr>
                  <a:endParaRPr kumimoji="1" lang="ko-KR" altLang="en-US" sz="1400" dirty="0">
                    <a:solidFill>
                      <a:srgbClr val="00DEFF"/>
                    </a:solidFill>
                    <a:cs typeface="Arial" charset="0"/>
                  </a:endParaRPr>
                </a:p>
              </p:txBody>
            </p:sp>
          </p:grpSp>
          <p:grpSp>
            <p:nvGrpSpPr>
              <p:cNvPr id="48" name="그룹 47"/>
              <p:cNvGrpSpPr/>
              <p:nvPr/>
            </p:nvGrpSpPr>
            <p:grpSpPr>
              <a:xfrm>
                <a:off x="4563452" y="3930918"/>
                <a:ext cx="155198" cy="155198"/>
                <a:chOff x="6847831" y="3666319"/>
                <a:chExt cx="214801" cy="214801"/>
              </a:xfrm>
              <a:solidFill>
                <a:schemeClr val="tx1">
                  <a:alpha val="20000"/>
                </a:schemeClr>
              </a:solidFill>
            </p:grpSpPr>
            <p:sp>
              <p:nvSpPr>
                <p:cNvPr id="49" name="모서리가 둥근 직사각형 48"/>
                <p:cNvSpPr/>
                <p:nvPr/>
              </p:nvSpPr>
              <p:spPr bwMode="auto">
                <a:xfrm>
                  <a:off x="6925186" y="3666319"/>
                  <a:ext cx="60070" cy="214801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  <a:effectLst/>
                <a:extLst/>
              </p:spPr>
              <p:txBody>
                <a:bodyPr wrap="none" lIns="0" tIns="0" rIns="0" bIns="0" rtlCol="0" anchor="ctr">
                  <a:noAutofit/>
                  <a:scene3d>
                    <a:camera prst="orthographicFront"/>
                    <a:lightRig rig="threePt" dir="t"/>
                  </a:scene3d>
                  <a:sp3d extrusionH="12700">
                    <a:bevelT w="0"/>
                    <a:contourClr>
                      <a:schemeClr val="bg1"/>
                    </a:contourClr>
                  </a:sp3d>
                </a:bodyPr>
                <a:lstStyle/>
                <a:p>
                  <a:pPr algn="ctr" defTabSz="800168" fontAlgn="base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F06325"/>
                    </a:buClr>
                    <a:buSzPct val="80000"/>
                  </a:pPr>
                  <a:endParaRPr kumimoji="1" lang="ko-KR" altLang="en-US" sz="1400" dirty="0">
                    <a:solidFill>
                      <a:srgbClr val="00DEFF"/>
                    </a:solidFill>
                    <a:cs typeface="Arial" charset="0"/>
                  </a:endParaRPr>
                </a:p>
              </p:txBody>
            </p:sp>
            <p:sp>
              <p:nvSpPr>
                <p:cNvPr id="50" name="모서리가 둥근 직사각형 49"/>
                <p:cNvSpPr/>
                <p:nvPr/>
              </p:nvSpPr>
              <p:spPr bwMode="auto">
                <a:xfrm rot="5400000">
                  <a:off x="6925197" y="3666329"/>
                  <a:ext cx="60069" cy="214801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  <a:effectLst/>
                <a:extLst/>
              </p:spPr>
              <p:txBody>
                <a:bodyPr wrap="none" lIns="0" tIns="0" rIns="0" bIns="0" rtlCol="0" anchor="ctr">
                  <a:noAutofit/>
                  <a:scene3d>
                    <a:camera prst="orthographicFront"/>
                    <a:lightRig rig="threePt" dir="t"/>
                  </a:scene3d>
                  <a:sp3d extrusionH="12700">
                    <a:bevelT w="0"/>
                    <a:contourClr>
                      <a:schemeClr val="bg1"/>
                    </a:contourClr>
                  </a:sp3d>
                </a:bodyPr>
                <a:lstStyle/>
                <a:p>
                  <a:pPr algn="ctr" defTabSz="800168" fontAlgn="base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F06325"/>
                    </a:buClr>
                    <a:buSzPct val="80000"/>
                  </a:pPr>
                  <a:endParaRPr kumimoji="1" lang="ko-KR" altLang="en-US" sz="1400" dirty="0">
                    <a:solidFill>
                      <a:srgbClr val="00DEFF"/>
                    </a:solidFill>
                    <a:cs typeface="Arial" charset="0"/>
                  </a:endParaRPr>
                </a:p>
              </p:txBody>
            </p:sp>
          </p:grpSp>
        </p:grpSp>
      </p:grpSp>
      <p:sp>
        <p:nvSpPr>
          <p:cNvPr id="17" name="TextBox 16"/>
          <p:cNvSpPr txBox="1"/>
          <p:nvPr/>
        </p:nvSpPr>
        <p:spPr>
          <a:xfrm>
            <a:off x="1397158" y="6827021"/>
            <a:ext cx="4986603" cy="4821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ko-KR"/>
            </a:defPPr>
            <a:lvl1pPr defTabSz="914400">
              <a:defRPr sz="1800"/>
            </a:lvl1pPr>
            <a:lvl2pPr marL="87313" lvl="1" indent="-87313" defTabSz="914400" latinLnBrk="0">
              <a:spcBef>
                <a:spcPts val="300"/>
              </a:spcBef>
              <a:buFontTx/>
              <a:buChar char="•"/>
              <a:defRPr sz="1000" kern="0">
                <a:ln>
                  <a:solidFill>
                    <a:srgbClr val="FBA21B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 marL="177800" lvl="2" indent="-85725" defTabSz="914400" latinLnBrk="0">
              <a:spcBef>
                <a:spcPts val="300"/>
              </a:spcBef>
              <a:buFont typeface="KoPub돋움체 Medium" panose="02020603020101020101" pitchFamily="18" charset="-127"/>
              <a:buChar char="-"/>
              <a:defRPr sz="900" kern="0">
                <a:ln>
                  <a:solidFill>
                    <a:srgbClr val="FBA21B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marL="88900" lvl="1" indent="-8890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Arial" pitchFamily="34" charset="0"/>
              <a:buChar char="•"/>
            </a:pP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내용 </a:t>
            </a:r>
            <a:r>
              <a:rPr lang="en-US" altLang="ko-KR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KoPub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돋움 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M 10pt</a:t>
            </a:r>
          </a:p>
          <a:p>
            <a:pPr marL="88900" lvl="1" indent="-8890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Arial" pitchFamily="34" charset="0"/>
              <a:buChar char="•"/>
            </a:pP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내용 </a:t>
            </a:r>
            <a:r>
              <a:rPr lang="en-US" altLang="ko-KR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KoPub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돋움 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M 10pt</a:t>
            </a:r>
            <a:endParaRPr lang="ko-KR" altLang="en-US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Segoe UI" panose="020B0502040204020203" pitchFamily="34" charset="0"/>
            </a:endParaRPr>
          </a:p>
          <a:p>
            <a:pPr marL="179388" lvl="1" defTabSz="914057" fontAlgn="base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맑은 고딕" panose="020B0503020000020004" pitchFamily="50" charset="-127"/>
              <a:buChar char="–"/>
              <a:defRPr/>
            </a:pPr>
            <a:r>
              <a:rPr lang="ko-KR" altLang="en-US" sz="800" kern="120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내용 </a:t>
            </a:r>
            <a:r>
              <a:rPr lang="en-US" altLang="ko-KR" sz="800" kern="120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KoPub</a:t>
            </a:r>
            <a:r>
              <a:rPr lang="en-US" altLang="ko-KR" sz="800" kern="12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</a:t>
            </a:r>
            <a:r>
              <a:rPr lang="ko-KR" altLang="en-US" sz="800" kern="12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돋움 </a:t>
            </a:r>
            <a:r>
              <a:rPr lang="en-US" altLang="ko-KR" sz="800" kern="12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M 9pt</a:t>
            </a:r>
            <a:endParaRPr lang="ko-KR" altLang="en-US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Segoe UI" panose="020B0502040204020203" pitchFamily="34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397158" y="7707026"/>
            <a:ext cx="4986603" cy="4975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ko-KR"/>
            </a:defPPr>
            <a:lvl1pPr defTabSz="914400">
              <a:defRPr sz="1800"/>
            </a:lvl1pPr>
            <a:lvl2pPr marL="87313" lvl="1" indent="-87313" defTabSz="914400" latinLnBrk="0">
              <a:spcBef>
                <a:spcPts val="300"/>
              </a:spcBef>
              <a:buFontTx/>
              <a:buChar char="•"/>
              <a:defRPr sz="1000" kern="0">
                <a:ln>
                  <a:solidFill>
                    <a:srgbClr val="FBA21B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 marL="177800" lvl="2" indent="-85725" defTabSz="914400" latinLnBrk="0">
              <a:spcBef>
                <a:spcPts val="300"/>
              </a:spcBef>
              <a:buFont typeface="KoPub돋움체 Medium" panose="02020603020101020101" pitchFamily="18" charset="-127"/>
              <a:buChar char="-"/>
              <a:defRPr sz="900" kern="0">
                <a:ln>
                  <a:solidFill>
                    <a:srgbClr val="FBA21B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marL="88900" lvl="1" indent="-8890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Arial" pitchFamily="34" charset="0"/>
              <a:buChar char="•"/>
            </a:pP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내용 </a:t>
            </a:r>
            <a:r>
              <a:rPr lang="en-US" altLang="ko-KR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KoPub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돋움 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M 10pt</a:t>
            </a:r>
          </a:p>
          <a:p>
            <a:pPr marL="88900" lvl="1" indent="-88900" defTabSz="914057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Arial" pitchFamily="34" charset="0"/>
              <a:buChar char="•"/>
            </a:pP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내용 </a:t>
            </a:r>
            <a:r>
              <a:rPr lang="en-US" altLang="ko-KR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KoPub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돋움 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M 10pt</a:t>
            </a:r>
            <a:endParaRPr lang="ko-KR" altLang="en-US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Segoe UI" panose="020B0502040204020203" pitchFamily="34" charset="0"/>
            </a:endParaRPr>
          </a:p>
          <a:p>
            <a:pPr marL="179388" lvl="1" defTabSz="914057" fontAlgn="base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맑은 고딕" panose="020B0503020000020004" pitchFamily="50" charset="-127"/>
              <a:buChar char="–"/>
              <a:defRPr/>
            </a:pPr>
            <a:r>
              <a:rPr lang="ko-KR" altLang="en-US" sz="900" kern="120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내용 </a:t>
            </a:r>
            <a:r>
              <a:rPr lang="en-US" altLang="ko-KR" sz="900" kern="120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KoPub</a:t>
            </a:r>
            <a:r>
              <a:rPr lang="en-US" altLang="ko-KR" sz="900" kern="12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</a:t>
            </a:r>
            <a:r>
              <a:rPr lang="ko-KR" altLang="en-US" sz="900" kern="12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돋움 </a:t>
            </a:r>
            <a:r>
              <a:rPr lang="en-US" altLang="ko-KR" sz="900" kern="12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M </a:t>
            </a:r>
            <a:r>
              <a:rPr lang="en-US" altLang="ko-KR" sz="900" kern="120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9pt</a:t>
            </a:r>
            <a:endParaRPr lang="ko-KR" altLang="en-US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Segoe UI" panose="020B0502040204020203" pitchFamily="34" charset="0"/>
            </a:endParaRPr>
          </a:p>
        </p:txBody>
      </p:sp>
      <p:sp>
        <p:nvSpPr>
          <p:cNvPr id="68" name="직사각형 67"/>
          <p:cNvSpPr/>
          <p:nvPr/>
        </p:nvSpPr>
        <p:spPr bwMode="gray">
          <a:xfrm>
            <a:off x="333375" y="4918618"/>
            <a:ext cx="1980000" cy="1292335"/>
          </a:xfrm>
          <a:prstGeom prst="rect">
            <a:avLst/>
          </a:prstGeom>
          <a:solidFill>
            <a:srgbClr val="F0F0F0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200" spc="-3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69" name="직사각형 68"/>
          <p:cNvSpPr/>
          <p:nvPr/>
        </p:nvSpPr>
        <p:spPr bwMode="gray">
          <a:xfrm>
            <a:off x="2440587" y="4918618"/>
            <a:ext cx="1980000" cy="1292335"/>
          </a:xfrm>
          <a:prstGeom prst="rect">
            <a:avLst/>
          </a:prstGeom>
          <a:solidFill>
            <a:srgbClr val="F0F0F0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200" spc="-3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70" name="직사각형 69"/>
          <p:cNvSpPr/>
          <p:nvPr/>
        </p:nvSpPr>
        <p:spPr bwMode="gray">
          <a:xfrm>
            <a:off x="4547799" y="4918618"/>
            <a:ext cx="1980000" cy="1292335"/>
          </a:xfrm>
          <a:prstGeom prst="rect">
            <a:avLst/>
          </a:prstGeom>
          <a:solidFill>
            <a:srgbClr val="F0F0F0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1200" spc="-3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71" name="직사각형 70"/>
          <p:cNvSpPr/>
          <p:nvPr/>
        </p:nvSpPr>
        <p:spPr bwMode="gray">
          <a:xfrm>
            <a:off x="333375" y="4918619"/>
            <a:ext cx="1980000" cy="288000"/>
          </a:xfrm>
          <a:prstGeom prst="rect">
            <a:avLst/>
          </a:prstGeom>
          <a:solidFill>
            <a:srgbClr val="0093D4"/>
          </a:solidFill>
          <a:ln>
            <a:noFill/>
          </a:ln>
          <a:effectLst/>
          <a:extLst/>
        </p:spPr>
        <p:txBody>
          <a:bodyPr wrap="none" anchor="ctr"/>
          <a:lstStyle/>
          <a:p>
            <a:pPr algn="ctr"/>
            <a:r>
              <a:rPr lang="en-US" altLang="ko-KR" sz="12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KoPub</a:t>
            </a:r>
            <a:r>
              <a:rPr lang="en-US" altLang="ko-KR" sz="12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돋움체 </a:t>
            </a:r>
            <a:r>
              <a:rPr lang="en-US" altLang="ko-KR" sz="12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 12</a:t>
            </a:r>
          </a:p>
        </p:txBody>
      </p:sp>
      <p:sp>
        <p:nvSpPr>
          <p:cNvPr id="72" name="Rectangle 25"/>
          <p:cNvSpPr>
            <a:spLocks noChangeArrowheads="1"/>
          </p:cNvSpPr>
          <p:nvPr/>
        </p:nvSpPr>
        <p:spPr bwMode="auto">
          <a:xfrm flipH="1">
            <a:off x="415936" y="5267688"/>
            <a:ext cx="1804023" cy="512961"/>
          </a:xfrm>
          <a:prstGeom prst="rect">
            <a:avLst/>
          </a:prstGeom>
          <a:noFill/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88900" indent="-88900" defTabSz="914057" latinLnBrk="0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Arial" pitchFamily="34" charset="0"/>
              <a:buChar char="•"/>
            </a:pPr>
            <a:r>
              <a:rPr lang="ko-KR" altLang="en-US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내용 </a:t>
            </a:r>
            <a:r>
              <a:rPr lang="en-US" altLang="ko-KR" sz="1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KoPub</a:t>
            </a:r>
            <a:r>
              <a:rPr lang="en-US" altLang="ko-KR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</a:t>
            </a:r>
            <a:r>
              <a:rPr lang="ko-KR" altLang="en-US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돋움 </a:t>
            </a:r>
            <a:r>
              <a:rPr lang="en-US" altLang="ko-KR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M 10pt</a:t>
            </a:r>
          </a:p>
          <a:p>
            <a:pPr marL="88900" indent="-88900" defTabSz="914057" latinLnBrk="0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Arial" pitchFamily="34" charset="0"/>
              <a:buChar char="•"/>
            </a:pPr>
            <a:r>
              <a:rPr lang="ko-KR" altLang="en-US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내용 </a:t>
            </a:r>
            <a:r>
              <a:rPr lang="en-US" altLang="ko-KR" sz="1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KoPub</a:t>
            </a:r>
            <a:r>
              <a:rPr lang="en-US" altLang="ko-KR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</a:t>
            </a:r>
            <a:r>
              <a:rPr lang="ko-KR" altLang="en-US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돋움 </a:t>
            </a:r>
            <a:r>
              <a:rPr lang="en-US" altLang="ko-KR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M 10pt</a:t>
            </a:r>
          </a:p>
          <a:p>
            <a:pPr marL="179388" lvl="1" indent="-87313" defTabSz="914057" fontAlgn="base" latinLnBrk="0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맑은 고딕" panose="020B0503020000020004" pitchFamily="50" charset="-127"/>
              <a:buChar char="–"/>
              <a:defRPr/>
            </a:pPr>
            <a:r>
              <a:rPr lang="ko-KR" alt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내용 </a:t>
            </a:r>
            <a:r>
              <a:rPr lang="en-US" altLang="ko-KR" sz="9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KoPub</a:t>
            </a:r>
            <a:r>
              <a:rPr lang="en-US" altLang="ko-KR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</a:t>
            </a:r>
            <a:r>
              <a:rPr lang="ko-KR" alt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돋움 </a:t>
            </a:r>
            <a:r>
              <a:rPr lang="en-US" altLang="ko-KR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M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9</a:t>
            </a:r>
            <a:r>
              <a:rPr lang="en-US" altLang="ko-KR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pt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Segoe UI" panose="020B0502040204020203" pitchFamily="34" charset="0"/>
            </a:endParaRPr>
          </a:p>
        </p:txBody>
      </p:sp>
      <p:sp>
        <p:nvSpPr>
          <p:cNvPr id="73" name="직사각형 72"/>
          <p:cNvSpPr/>
          <p:nvPr/>
        </p:nvSpPr>
        <p:spPr bwMode="gray">
          <a:xfrm>
            <a:off x="2440587" y="4918619"/>
            <a:ext cx="1980000" cy="288000"/>
          </a:xfrm>
          <a:prstGeom prst="rect">
            <a:avLst/>
          </a:prstGeom>
          <a:solidFill>
            <a:srgbClr val="0093D4"/>
          </a:solidFill>
          <a:ln>
            <a:noFill/>
          </a:ln>
          <a:effectLst/>
          <a:extLst/>
        </p:spPr>
        <p:txBody>
          <a:bodyPr wrap="none" anchor="ctr"/>
          <a:lstStyle/>
          <a:p>
            <a:pPr algn="ctr"/>
            <a:r>
              <a:rPr lang="en-US" altLang="ko-KR" sz="12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KoPub</a:t>
            </a:r>
            <a:r>
              <a:rPr lang="en-US" altLang="ko-KR" sz="12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돋움체 </a:t>
            </a:r>
            <a:r>
              <a:rPr lang="en-US" altLang="ko-KR" sz="12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 12</a:t>
            </a:r>
          </a:p>
        </p:txBody>
      </p:sp>
      <p:sp>
        <p:nvSpPr>
          <p:cNvPr id="74" name="Rectangle 25"/>
          <p:cNvSpPr>
            <a:spLocks noChangeArrowheads="1"/>
          </p:cNvSpPr>
          <p:nvPr/>
        </p:nvSpPr>
        <p:spPr bwMode="auto">
          <a:xfrm flipH="1">
            <a:off x="2523148" y="5267688"/>
            <a:ext cx="1804023" cy="512961"/>
          </a:xfrm>
          <a:prstGeom prst="rect">
            <a:avLst/>
          </a:prstGeom>
          <a:noFill/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88900" indent="-88900" defTabSz="914057" latinLnBrk="0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Arial" pitchFamily="34" charset="0"/>
              <a:buChar char="•"/>
            </a:pPr>
            <a:r>
              <a:rPr lang="ko-KR" altLang="en-US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내용 </a:t>
            </a:r>
            <a:r>
              <a:rPr lang="en-US" altLang="ko-KR" sz="1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KoPub</a:t>
            </a:r>
            <a:r>
              <a:rPr lang="en-US" altLang="ko-KR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</a:t>
            </a:r>
            <a:r>
              <a:rPr lang="ko-KR" altLang="en-US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돋움 </a:t>
            </a:r>
            <a:r>
              <a:rPr lang="en-US" altLang="ko-KR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M 10pt</a:t>
            </a:r>
          </a:p>
          <a:p>
            <a:pPr marL="88900" indent="-88900" defTabSz="914057" latinLnBrk="0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Arial" pitchFamily="34" charset="0"/>
              <a:buChar char="•"/>
            </a:pPr>
            <a:r>
              <a:rPr lang="ko-KR" altLang="en-US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내용 </a:t>
            </a:r>
            <a:r>
              <a:rPr lang="en-US" altLang="ko-KR" sz="1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KoPub</a:t>
            </a:r>
            <a:r>
              <a:rPr lang="en-US" altLang="ko-KR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</a:t>
            </a:r>
            <a:r>
              <a:rPr lang="ko-KR" altLang="en-US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돋움 </a:t>
            </a:r>
            <a:r>
              <a:rPr lang="en-US" altLang="ko-KR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M 10pt</a:t>
            </a:r>
          </a:p>
          <a:p>
            <a:pPr marL="179388" lvl="1" indent="-87313" defTabSz="914057" fontAlgn="base" latinLnBrk="0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맑은 고딕" panose="020B0503020000020004" pitchFamily="50" charset="-127"/>
              <a:buChar char="–"/>
              <a:defRPr/>
            </a:pPr>
            <a:r>
              <a:rPr lang="ko-KR" alt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내용 </a:t>
            </a:r>
            <a:r>
              <a:rPr lang="en-US" altLang="ko-KR" sz="9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KoPub</a:t>
            </a:r>
            <a:r>
              <a:rPr lang="en-US" altLang="ko-KR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</a:t>
            </a:r>
            <a:r>
              <a:rPr lang="ko-KR" alt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돋움 </a:t>
            </a:r>
            <a:r>
              <a:rPr lang="en-US" altLang="ko-KR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M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9</a:t>
            </a:r>
            <a:r>
              <a:rPr lang="en-US" altLang="ko-KR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pt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Segoe UI" panose="020B0502040204020203" pitchFamily="34" charset="0"/>
            </a:endParaRPr>
          </a:p>
        </p:txBody>
      </p:sp>
      <p:sp>
        <p:nvSpPr>
          <p:cNvPr id="75" name="직사각형 74"/>
          <p:cNvSpPr/>
          <p:nvPr/>
        </p:nvSpPr>
        <p:spPr bwMode="gray">
          <a:xfrm>
            <a:off x="4547799" y="4918619"/>
            <a:ext cx="1980000" cy="288000"/>
          </a:xfrm>
          <a:prstGeom prst="rect">
            <a:avLst/>
          </a:prstGeom>
          <a:solidFill>
            <a:srgbClr val="0093D4"/>
          </a:solidFill>
          <a:ln>
            <a:noFill/>
          </a:ln>
          <a:effectLst/>
          <a:extLst/>
        </p:spPr>
        <p:txBody>
          <a:bodyPr wrap="none" anchor="ctr"/>
          <a:lstStyle/>
          <a:p>
            <a:pPr algn="ctr"/>
            <a:r>
              <a:rPr lang="en-US" altLang="ko-KR" sz="12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KoPub</a:t>
            </a:r>
            <a:r>
              <a:rPr lang="en-US" altLang="ko-KR" sz="12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돋움체 </a:t>
            </a:r>
            <a:r>
              <a:rPr lang="en-US" altLang="ko-KR" sz="12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 12</a:t>
            </a:r>
          </a:p>
        </p:txBody>
      </p:sp>
      <p:sp>
        <p:nvSpPr>
          <p:cNvPr id="76" name="Rectangle 25"/>
          <p:cNvSpPr>
            <a:spLocks noChangeArrowheads="1"/>
          </p:cNvSpPr>
          <p:nvPr/>
        </p:nvSpPr>
        <p:spPr bwMode="auto">
          <a:xfrm flipH="1">
            <a:off x="4630360" y="5267688"/>
            <a:ext cx="1804023" cy="512961"/>
          </a:xfrm>
          <a:prstGeom prst="rect">
            <a:avLst/>
          </a:prstGeom>
          <a:noFill/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88900" indent="-88900" defTabSz="914057" latinLnBrk="0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Arial" pitchFamily="34" charset="0"/>
              <a:buChar char="•"/>
            </a:pPr>
            <a:r>
              <a:rPr lang="ko-KR" altLang="en-US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내용 </a:t>
            </a:r>
            <a:r>
              <a:rPr lang="en-US" altLang="ko-KR" sz="1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KoPub</a:t>
            </a:r>
            <a:r>
              <a:rPr lang="en-US" altLang="ko-KR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</a:t>
            </a:r>
            <a:r>
              <a:rPr lang="ko-KR" altLang="en-US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돋움 </a:t>
            </a:r>
            <a:r>
              <a:rPr lang="en-US" altLang="ko-KR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M 10pt</a:t>
            </a:r>
          </a:p>
          <a:p>
            <a:pPr marL="88900" indent="-88900" defTabSz="914057" latinLnBrk="0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Arial" pitchFamily="34" charset="0"/>
              <a:buChar char="•"/>
            </a:pPr>
            <a:r>
              <a:rPr lang="ko-KR" altLang="en-US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내용 </a:t>
            </a:r>
            <a:r>
              <a:rPr lang="en-US" altLang="ko-KR" sz="1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KoPub</a:t>
            </a:r>
            <a:r>
              <a:rPr lang="en-US" altLang="ko-KR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</a:t>
            </a:r>
            <a:r>
              <a:rPr lang="ko-KR" altLang="en-US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돋움 </a:t>
            </a:r>
            <a:r>
              <a:rPr lang="en-US" altLang="ko-KR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M 10pt</a:t>
            </a:r>
          </a:p>
          <a:p>
            <a:pPr marL="179388" lvl="1" indent="-87313" defTabSz="914057" fontAlgn="base" latinLnBrk="0">
              <a:spcBef>
                <a:spcPts val="200"/>
              </a:spcBef>
              <a:buClr>
                <a:prstClr val="black">
                  <a:lumMod val="75000"/>
                  <a:lumOff val="25000"/>
                </a:prstClr>
              </a:buClr>
              <a:buFont typeface="맑은 고딕" panose="020B0503020000020004" pitchFamily="50" charset="-127"/>
              <a:buChar char="–"/>
              <a:defRPr/>
            </a:pPr>
            <a:r>
              <a:rPr lang="ko-KR" alt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내용 </a:t>
            </a:r>
            <a:r>
              <a:rPr lang="en-US" altLang="ko-KR" sz="9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KoPub</a:t>
            </a:r>
            <a:r>
              <a:rPr lang="en-US" altLang="ko-KR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</a:t>
            </a:r>
            <a:r>
              <a:rPr lang="ko-KR" alt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돋움 </a:t>
            </a:r>
            <a:r>
              <a:rPr lang="en-US" altLang="ko-KR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M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9</a:t>
            </a:r>
            <a:r>
              <a:rPr lang="en-US" altLang="ko-KR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pt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Segoe UI" panose="020B0502040204020203" pitchFamily="34" charset="0"/>
            </a:endParaRPr>
          </a:p>
        </p:txBody>
      </p:sp>
      <p:sp>
        <p:nvSpPr>
          <p:cNvPr id="77" name="왼쪽 화살표 76"/>
          <p:cNvSpPr/>
          <p:nvPr/>
        </p:nvSpPr>
        <p:spPr bwMode="gray">
          <a:xfrm rot="16200000" flipH="1">
            <a:off x="3174762" y="3357880"/>
            <a:ext cx="508477" cy="518162"/>
          </a:xfrm>
          <a:prstGeom prst="leftArrow">
            <a:avLst>
              <a:gd name="adj1" fmla="val 70507"/>
              <a:gd name="adj2" fmla="val 34050"/>
            </a:avLst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rtlCol="0" anchor="ctr"/>
          <a:lstStyle/>
          <a:p>
            <a:pPr algn="ctr" defTabSz="914286"/>
            <a:endParaRPr lang="ko-KR" altLang="en-US" sz="2400">
              <a:solidFill>
                <a:prstClr val="white"/>
              </a:solidFill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338144" y="8574401"/>
            <a:ext cx="6181712" cy="771212"/>
            <a:chOff x="338144" y="6679498"/>
            <a:chExt cx="6181712" cy="771212"/>
          </a:xfrm>
        </p:grpSpPr>
        <p:sp>
          <p:nvSpPr>
            <p:cNvPr id="62" name="직사각형 61"/>
            <p:cNvSpPr/>
            <p:nvPr/>
          </p:nvSpPr>
          <p:spPr>
            <a:xfrm flipH="1" flipV="1">
              <a:off x="338144" y="6679498"/>
              <a:ext cx="6181712" cy="771212"/>
            </a:xfrm>
            <a:prstGeom prst="rect">
              <a:avLst/>
            </a:prstGeom>
            <a:solidFill>
              <a:srgbClr val="D5EDFF"/>
            </a:solidFill>
            <a:ln>
              <a:noFill/>
            </a:ln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 fontAlgn="base" latinLnBrk="0">
                <a:buClr>
                  <a:srgbClr val="969696"/>
                </a:buClr>
              </a:pPr>
              <a:endParaRPr lang="ko-KR" altLang="en-US" sz="100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63" name="직사각형 62"/>
            <p:cNvSpPr/>
            <p:nvPr/>
          </p:nvSpPr>
          <p:spPr>
            <a:xfrm>
              <a:off x="1264157" y="6714878"/>
              <a:ext cx="5221832" cy="700453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 algn="ctr" defTabSz="685800" fontAlgn="base" latinLnBrk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5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64" name="모서리가 둥근 직사각형 290"/>
            <p:cNvSpPr/>
            <p:nvPr/>
          </p:nvSpPr>
          <p:spPr>
            <a:xfrm rot="16200000" flipH="1">
              <a:off x="1209113" y="6999002"/>
              <a:ext cx="242297" cy="132208"/>
            </a:xfrm>
            <a:custGeom>
              <a:avLst/>
              <a:gdLst/>
              <a:ahLst/>
              <a:cxnLst/>
              <a:rect l="l" t="t" r="r" b="b"/>
              <a:pathLst>
                <a:path w="720000" h="360000">
                  <a:moveTo>
                    <a:pt x="720000" y="0"/>
                  </a:moveTo>
                  <a:lnTo>
                    <a:pt x="360000" y="0"/>
                  </a:lnTo>
                  <a:lnTo>
                    <a:pt x="0" y="0"/>
                  </a:lnTo>
                  <a:cubicBezTo>
                    <a:pt x="198823" y="0"/>
                    <a:pt x="360000" y="161177"/>
                    <a:pt x="360000" y="360000"/>
                  </a:cubicBezTo>
                  <a:cubicBezTo>
                    <a:pt x="360000" y="161177"/>
                    <a:pt x="521177" y="0"/>
                    <a:pt x="720000" y="0"/>
                  </a:cubicBezTo>
                  <a:close/>
                </a:path>
              </a:pathLst>
            </a:custGeom>
            <a:solidFill>
              <a:srgbClr val="D5EDFF"/>
            </a:solidFill>
            <a:ln>
              <a:noFill/>
            </a:ln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 fontAlgn="base" latinLnBrk="0">
                <a:buClr>
                  <a:srgbClr val="969696"/>
                </a:buClr>
              </a:pPr>
              <a:endParaRPr lang="ko-KR" altLang="en-US" sz="100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65" name="직사각형 64"/>
            <p:cNvSpPr>
              <a:spLocks noChangeArrowheads="1"/>
            </p:cNvSpPr>
            <p:nvPr/>
          </p:nvSpPr>
          <p:spPr bwMode="auto">
            <a:xfrm>
              <a:off x="424227" y="6775920"/>
              <a:ext cx="588303" cy="184666"/>
            </a:xfrm>
            <a:prstGeom prst="rect">
              <a:avLst/>
            </a:prstGeom>
            <a:noFill/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defTabSz="1092200" fontAlgn="ctr" latinLnBrk="0">
                <a:buClr>
                  <a:srgbClr val="3271AA"/>
                </a:buClr>
                <a:buSzPct val="140000"/>
                <a:tabLst>
                  <a:tab pos="814388" algn="l"/>
                </a:tabLst>
                <a:defRPr/>
              </a:pPr>
              <a:r>
                <a:rPr lang="ko-KR" altLang="en-US" sz="1200" b="0" dirty="0" smtClean="0"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수행 방안</a:t>
              </a:r>
              <a:endParaRPr lang="ko-KR" altLang="en-US" sz="1200" b="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1488030" y="6808624"/>
              <a:ext cx="4893298" cy="5129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marL="88900" lvl="1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내용 </a:t>
              </a:r>
              <a:r>
                <a:rPr lang="en-US" altLang="ko-KR" sz="1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KoPub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돋움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M </a:t>
              </a:r>
              <a:r>
                <a: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10pt</a:t>
              </a:r>
            </a:p>
            <a:p>
              <a:pPr marL="88900" lvl="1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내용 </a:t>
              </a:r>
              <a:r>
                <a:rPr lang="en-US" altLang="ko-KR" sz="1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KoPub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돋움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M 10pt</a:t>
              </a:r>
              <a:endPara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endParaRPr>
            </a:p>
            <a:p>
              <a:pPr marL="88900" lvl="1" indent="-88900" defTabSz="914057" latinLnBrk="0">
                <a:spcBef>
                  <a:spcPts val="200"/>
                </a:spcBef>
                <a:buClr>
                  <a:prstClr val="black">
                    <a:lumMod val="75000"/>
                    <a:lumOff val="25000"/>
                  </a:prstClr>
                </a:buClr>
                <a:buFont typeface="Arial" pitchFamily="34" charset="0"/>
                <a:buChar char="•"/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내용 </a:t>
              </a:r>
              <a:r>
                <a:rPr lang="en-US" altLang="ko-KR" sz="1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KoPub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돋움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M </a:t>
              </a:r>
              <a:r>
                <a:rPr lang="en-US" altLang="ko-KR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Segoe UI" panose="020B0502040204020203" pitchFamily="34" charset="0"/>
                </a:rPr>
                <a:t>10pt</a:t>
              </a:r>
              <a:endPara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endParaRPr>
            </a:p>
          </p:txBody>
        </p:sp>
        <p:sp>
          <p:nvSpPr>
            <p:cNvPr id="67" name="Freeform 6"/>
            <p:cNvSpPr>
              <a:spLocks noEditPoints="1"/>
            </p:cNvSpPr>
            <p:nvPr/>
          </p:nvSpPr>
          <p:spPr bwMode="auto">
            <a:xfrm rot="900000">
              <a:off x="992702" y="7100699"/>
              <a:ext cx="212278" cy="209641"/>
            </a:xfrm>
            <a:custGeom>
              <a:avLst/>
              <a:gdLst>
                <a:gd name="T0" fmla="*/ 68 w 68"/>
                <a:gd name="T1" fmla="*/ 38 h 67"/>
                <a:gd name="T2" fmla="*/ 68 w 68"/>
                <a:gd name="T3" fmla="*/ 29 h 67"/>
                <a:gd name="T4" fmla="*/ 58 w 68"/>
                <a:gd name="T5" fmla="*/ 28 h 67"/>
                <a:gd name="T6" fmla="*/ 55 w 68"/>
                <a:gd name="T7" fmla="*/ 21 h 67"/>
                <a:gd name="T8" fmla="*/ 61 w 68"/>
                <a:gd name="T9" fmla="*/ 12 h 67"/>
                <a:gd name="T10" fmla="*/ 55 w 68"/>
                <a:gd name="T11" fmla="*/ 6 h 67"/>
                <a:gd name="T12" fmla="*/ 47 w 68"/>
                <a:gd name="T13" fmla="*/ 12 h 67"/>
                <a:gd name="T14" fmla="*/ 40 w 68"/>
                <a:gd name="T15" fmla="*/ 10 h 67"/>
                <a:gd name="T16" fmla="*/ 39 w 68"/>
                <a:gd name="T17" fmla="*/ 0 h 67"/>
                <a:gd name="T18" fmla="*/ 30 w 68"/>
                <a:gd name="T19" fmla="*/ 0 h 67"/>
                <a:gd name="T20" fmla="*/ 28 w 68"/>
                <a:gd name="T21" fmla="*/ 10 h 67"/>
                <a:gd name="T22" fmla="*/ 22 w 68"/>
                <a:gd name="T23" fmla="*/ 12 h 67"/>
                <a:gd name="T24" fmla="*/ 13 w 68"/>
                <a:gd name="T25" fmla="*/ 6 h 67"/>
                <a:gd name="T26" fmla="*/ 7 w 68"/>
                <a:gd name="T27" fmla="*/ 12 h 67"/>
                <a:gd name="T28" fmla="*/ 13 w 68"/>
                <a:gd name="T29" fmla="*/ 21 h 67"/>
                <a:gd name="T30" fmla="*/ 10 w 68"/>
                <a:gd name="T31" fmla="*/ 28 h 67"/>
                <a:gd name="T32" fmla="*/ 0 w 68"/>
                <a:gd name="T33" fmla="*/ 29 h 67"/>
                <a:gd name="T34" fmla="*/ 0 w 68"/>
                <a:gd name="T35" fmla="*/ 38 h 67"/>
                <a:gd name="T36" fmla="*/ 10 w 68"/>
                <a:gd name="T37" fmla="*/ 39 h 67"/>
                <a:gd name="T38" fmla="*/ 13 w 68"/>
                <a:gd name="T39" fmla="*/ 46 h 67"/>
                <a:gd name="T40" fmla="*/ 7 w 68"/>
                <a:gd name="T41" fmla="*/ 54 h 67"/>
                <a:gd name="T42" fmla="*/ 13 w 68"/>
                <a:gd name="T43" fmla="*/ 60 h 67"/>
                <a:gd name="T44" fmla="*/ 22 w 68"/>
                <a:gd name="T45" fmla="*/ 55 h 67"/>
                <a:gd name="T46" fmla="*/ 28 w 68"/>
                <a:gd name="T47" fmla="*/ 57 h 67"/>
                <a:gd name="T48" fmla="*/ 30 w 68"/>
                <a:gd name="T49" fmla="*/ 67 h 67"/>
                <a:gd name="T50" fmla="*/ 39 w 68"/>
                <a:gd name="T51" fmla="*/ 67 h 67"/>
                <a:gd name="T52" fmla="*/ 40 w 68"/>
                <a:gd name="T53" fmla="*/ 57 h 67"/>
                <a:gd name="T54" fmla="*/ 47 w 68"/>
                <a:gd name="T55" fmla="*/ 55 h 67"/>
                <a:gd name="T56" fmla="*/ 55 w 68"/>
                <a:gd name="T57" fmla="*/ 60 h 67"/>
                <a:gd name="T58" fmla="*/ 61 w 68"/>
                <a:gd name="T59" fmla="*/ 54 h 67"/>
                <a:gd name="T60" fmla="*/ 55 w 68"/>
                <a:gd name="T61" fmla="*/ 46 h 67"/>
                <a:gd name="T62" fmla="*/ 58 w 68"/>
                <a:gd name="T63" fmla="*/ 39 h 67"/>
                <a:gd name="T64" fmla="*/ 68 w 68"/>
                <a:gd name="T65" fmla="*/ 38 h 67"/>
                <a:gd name="T66" fmla="*/ 34 w 68"/>
                <a:gd name="T67" fmla="*/ 45 h 67"/>
                <a:gd name="T68" fmla="*/ 23 w 68"/>
                <a:gd name="T69" fmla="*/ 33 h 67"/>
                <a:gd name="T70" fmla="*/ 34 w 68"/>
                <a:gd name="T71" fmla="*/ 22 h 67"/>
                <a:gd name="T72" fmla="*/ 46 w 68"/>
                <a:gd name="T73" fmla="*/ 33 h 67"/>
                <a:gd name="T74" fmla="*/ 34 w 68"/>
                <a:gd name="T75" fmla="*/ 45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8" h="67">
                  <a:moveTo>
                    <a:pt x="68" y="38"/>
                  </a:moveTo>
                  <a:cubicBezTo>
                    <a:pt x="68" y="29"/>
                    <a:pt x="68" y="29"/>
                    <a:pt x="68" y="29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8" y="25"/>
                    <a:pt x="57" y="23"/>
                    <a:pt x="55" y="21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55" y="6"/>
                    <a:pt x="55" y="6"/>
                    <a:pt x="55" y="6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5" y="11"/>
                    <a:pt x="43" y="10"/>
                    <a:pt x="40" y="1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6" y="10"/>
                    <a:pt x="24" y="11"/>
                    <a:pt x="22" y="12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2" y="23"/>
                    <a:pt x="11" y="25"/>
                    <a:pt x="10" y="28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9"/>
                    <a:pt x="10" y="39"/>
                    <a:pt x="10" y="39"/>
                  </a:cubicBezTo>
                  <a:cubicBezTo>
                    <a:pt x="11" y="42"/>
                    <a:pt x="12" y="44"/>
                    <a:pt x="13" y="46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13" y="60"/>
                    <a:pt x="13" y="60"/>
                    <a:pt x="13" y="60"/>
                  </a:cubicBezTo>
                  <a:cubicBezTo>
                    <a:pt x="22" y="55"/>
                    <a:pt x="22" y="55"/>
                    <a:pt x="22" y="55"/>
                  </a:cubicBezTo>
                  <a:cubicBezTo>
                    <a:pt x="24" y="56"/>
                    <a:pt x="26" y="57"/>
                    <a:pt x="28" y="57"/>
                  </a:cubicBezTo>
                  <a:cubicBezTo>
                    <a:pt x="30" y="67"/>
                    <a:pt x="30" y="67"/>
                    <a:pt x="30" y="67"/>
                  </a:cubicBezTo>
                  <a:cubicBezTo>
                    <a:pt x="39" y="67"/>
                    <a:pt x="39" y="67"/>
                    <a:pt x="39" y="67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3" y="57"/>
                    <a:pt x="45" y="56"/>
                    <a:pt x="47" y="55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61" y="54"/>
                    <a:pt x="61" y="54"/>
                    <a:pt x="61" y="54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57" y="44"/>
                    <a:pt x="58" y="42"/>
                    <a:pt x="58" y="39"/>
                  </a:cubicBezTo>
                  <a:lnTo>
                    <a:pt x="68" y="38"/>
                  </a:lnTo>
                  <a:close/>
                  <a:moveTo>
                    <a:pt x="34" y="45"/>
                  </a:moveTo>
                  <a:cubicBezTo>
                    <a:pt x="28" y="45"/>
                    <a:pt x="23" y="40"/>
                    <a:pt x="23" y="33"/>
                  </a:cubicBezTo>
                  <a:cubicBezTo>
                    <a:pt x="23" y="27"/>
                    <a:pt x="28" y="22"/>
                    <a:pt x="34" y="22"/>
                  </a:cubicBezTo>
                  <a:cubicBezTo>
                    <a:pt x="41" y="22"/>
                    <a:pt x="46" y="27"/>
                    <a:pt x="46" y="33"/>
                  </a:cubicBezTo>
                  <a:cubicBezTo>
                    <a:pt x="46" y="40"/>
                    <a:pt x="41" y="45"/>
                    <a:pt x="34" y="45"/>
                  </a:cubicBezTo>
                  <a:close/>
                </a:path>
              </a:pathLst>
            </a:custGeom>
            <a:solidFill>
              <a:srgbClr val="C2D3E5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71634" tIns="35817" rIns="71634" bIns="35817" anchor="ctr"/>
            <a:lstStyle/>
            <a:p>
              <a:pPr algn="ctr"/>
              <a:endParaRPr lang="ko-KR" altLang="en-US" sz="1300" dirty="0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78" name="Freeform 6"/>
            <p:cNvSpPr>
              <a:spLocks noEditPoints="1"/>
            </p:cNvSpPr>
            <p:nvPr/>
          </p:nvSpPr>
          <p:spPr bwMode="auto">
            <a:xfrm rot="900000">
              <a:off x="895671" y="7275659"/>
              <a:ext cx="126942" cy="125366"/>
            </a:xfrm>
            <a:custGeom>
              <a:avLst/>
              <a:gdLst>
                <a:gd name="T0" fmla="*/ 68 w 68"/>
                <a:gd name="T1" fmla="*/ 38 h 67"/>
                <a:gd name="T2" fmla="*/ 68 w 68"/>
                <a:gd name="T3" fmla="*/ 29 h 67"/>
                <a:gd name="T4" fmla="*/ 58 w 68"/>
                <a:gd name="T5" fmla="*/ 28 h 67"/>
                <a:gd name="T6" fmla="*/ 55 w 68"/>
                <a:gd name="T7" fmla="*/ 21 h 67"/>
                <a:gd name="T8" fmla="*/ 61 w 68"/>
                <a:gd name="T9" fmla="*/ 12 h 67"/>
                <a:gd name="T10" fmla="*/ 55 w 68"/>
                <a:gd name="T11" fmla="*/ 6 h 67"/>
                <a:gd name="T12" fmla="*/ 47 w 68"/>
                <a:gd name="T13" fmla="*/ 12 h 67"/>
                <a:gd name="T14" fmla="*/ 40 w 68"/>
                <a:gd name="T15" fmla="*/ 10 h 67"/>
                <a:gd name="T16" fmla="*/ 39 w 68"/>
                <a:gd name="T17" fmla="*/ 0 h 67"/>
                <a:gd name="T18" fmla="*/ 30 w 68"/>
                <a:gd name="T19" fmla="*/ 0 h 67"/>
                <a:gd name="T20" fmla="*/ 28 w 68"/>
                <a:gd name="T21" fmla="*/ 10 h 67"/>
                <a:gd name="T22" fmla="*/ 22 w 68"/>
                <a:gd name="T23" fmla="*/ 12 h 67"/>
                <a:gd name="T24" fmla="*/ 13 w 68"/>
                <a:gd name="T25" fmla="*/ 6 h 67"/>
                <a:gd name="T26" fmla="*/ 7 w 68"/>
                <a:gd name="T27" fmla="*/ 12 h 67"/>
                <a:gd name="T28" fmla="*/ 13 w 68"/>
                <a:gd name="T29" fmla="*/ 21 h 67"/>
                <a:gd name="T30" fmla="*/ 10 w 68"/>
                <a:gd name="T31" fmla="*/ 28 h 67"/>
                <a:gd name="T32" fmla="*/ 0 w 68"/>
                <a:gd name="T33" fmla="*/ 29 h 67"/>
                <a:gd name="T34" fmla="*/ 0 w 68"/>
                <a:gd name="T35" fmla="*/ 38 h 67"/>
                <a:gd name="T36" fmla="*/ 10 w 68"/>
                <a:gd name="T37" fmla="*/ 39 h 67"/>
                <a:gd name="T38" fmla="*/ 13 w 68"/>
                <a:gd name="T39" fmla="*/ 46 h 67"/>
                <a:gd name="T40" fmla="*/ 7 w 68"/>
                <a:gd name="T41" fmla="*/ 54 h 67"/>
                <a:gd name="T42" fmla="*/ 13 w 68"/>
                <a:gd name="T43" fmla="*/ 60 h 67"/>
                <a:gd name="T44" fmla="*/ 22 w 68"/>
                <a:gd name="T45" fmla="*/ 55 h 67"/>
                <a:gd name="T46" fmla="*/ 28 w 68"/>
                <a:gd name="T47" fmla="*/ 57 h 67"/>
                <a:gd name="T48" fmla="*/ 30 w 68"/>
                <a:gd name="T49" fmla="*/ 67 h 67"/>
                <a:gd name="T50" fmla="*/ 39 w 68"/>
                <a:gd name="T51" fmla="*/ 67 h 67"/>
                <a:gd name="T52" fmla="*/ 40 w 68"/>
                <a:gd name="T53" fmla="*/ 57 h 67"/>
                <a:gd name="T54" fmla="*/ 47 w 68"/>
                <a:gd name="T55" fmla="*/ 55 h 67"/>
                <a:gd name="T56" fmla="*/ 55 w 68"/>
                <a:gd name="T57" fmla="*/ 60 h 67"/>
                <a:gd name="T58" fmla="*/ 61 w 68"/>
                <a:gd name="T59" fmla="*/ 54 h 67"/>
                <a:gd name="T60" fmla="*/ 55 w 68"/>
                <a:gd name="T61" fmla="*/ 46 h 67"/>
                <a:gd name="T62" fmla="*/ 58 w 68"/>
                <a:gd name="T63" fmla="*/ 39 h 67"/>
                <a:gd name="T64" fmla="*/ 68 w 68"/>
                <a:gd name="T65" fmla="*/ 38 h 67"/>
                <a:gd name="T66" fmla="*/ 34 w 68"/>
                <a:gd name="T67" fmla="*/ 45 h 67"/>
                <a:gd name="T68" fmla="*/ 23 w 68"/>
                <a:gd name="T69" fmla="*/ 33 h 67"/>
                <a:gd name="T70" fmla="*/ 34 w 68"/>
                <a:gd name="T71" fmla="*/ 22 h 67"/>
                <a:gd name="T72" fmla="*/ 46 w 68"/>
                <a:gd name="T73" fmla="*/ 33 h 67"/>
                <a:gd name="T74" fmla="*/ 34 w 68"/>
                <a:gd name="T75" fmla="*/ 45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8" h="67">
                  <a:moveTo>
                    <a:pt x="68" y="38"/>
                  </a:moveTo>
                  <a:cubicBezTo>
                    <a:pt x="68" y="29"/>
                    <a:pt x="68" y="29"/>
                    <a:pt x="68" y="29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8" y="25"/>
                    <a:pt x="57" y="23"/>
                    <a:pt x="55" y="21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55" y="6"/>
                    <a:pt x="55" y="6"/>
                    <a:pt x="55" y="6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5" y="11"/>
                    <a:pt x="43" y="10"/>
                    <a:pt x="40" y="1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6" y="10"/>
                    <a:pt x="24" y="11"/>
                    <a:pt x="22" y="12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2" y="23"/>
                    <a:pt x="11" y="25"/>
                    <a:pt x="10" y="28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9"/>
                    <a:pt x="10" y="39"/>
                    <a:pt x="10" y="39"/>
                  </a:cubicBezTo>
                  <a:cubicBezTo>
                    <a:pt x="11" y="42"/>
                    <a:pt x="12" y="44"/>
                    <a:pt x="13" y="46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13" y="60"/>
                    <a:pt x="13" y="60"/>
                    <a:pt x="13" y="60"/>
                  </a:cubicBezTo>
                  <a:cubicBezTo>
                    <a:pt x="22" y="55"/>
                    <a:pt x="22" y="55"/>
                    <a:pt x="22" y="55"/>
                  </a:cubicBezTo>
                  <a:cubicBezTo>
                    <a:pt x="24" y="56"/>
                    <a:pt x="26" y="57"/>
                    <a:pt x="28" y="57"/>
                  </a:cubicBezTo>
                  <a:cubicBezTo>
                    <a:pt x="30" y="67"/>
                    <a:pt x="30" y="67"/>
                    <a:pt x="30" y="67"/>
                  </a:cubicBezTo>
                  <a:cubicBezTo>
                    <a:pt x="39" y="67"/>
                    <a:pt x="39" y="67"/>
                    <a:pt x="39" y="67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3" y="57"/>
                    <a:pt x="45" y="56"/>
                    <a:pt x="47" y="55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61" y="54"/>
                    <a:pt x="61" y="54"/>
                    <a:pt x="61" y="54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57" y="44"/>
                    <a:pt x="58" y="42"/>
                    <a:pt x="58" y="39"/>
                  </a:cubicBezTo>
                  <a:lnTo>
                    <a:pt x="68" y="38"/>
                  </a:lnTo>
                  <a:close/>
                  <a:moveTo>
                    <a:pt x="34" y="45"/>
                  </a:moveTo>
                  <a:cubicBezTo>
                    <a:pt x="28" y="45"/>
                    <a:pt x="23" y="40"/>
                    <a:pt x="23" y="33"/>
                  </a:cubicBezTo>
                  <a:cubicBezTo>
                    <a:pt x="23" y="27"/>
                    <a:pt x="28" y="22"/>
                    <a:pt x="34" y="22"/>
                  </a:cubicBezTo>
                  <a:cubicBezTo>
                    <a:pt x="41" y="22"/>
                    <a:pt x="46" y="27"/>
                    <a:pt x="46" y="33"/>
                  </a:cubicBezTo>
                  <a:cubicBezTo>
                    <a:pt x="46" y="40"/>
                    <a:pt x="41" y="45"/>
                    <a:pt x="34" y="45"/>
                  </a:cubicBezTo>
                  <a:close/>
                </a:path>
              </a:pathLst>
            </a:custGeom>
            <a:solidFill>
              <a:srgbClr val="C2D3E5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71634" tIns="35817" rIns="71634" bIns="35817" anchor="ctr"/>
            <a:lstStyle/>
            <a:p>
              <a:pPr algn="ctr"/>
              <a:endParaRPr lang="ko-KR" altLang="en-US" sz="1300" dirty="0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grpSp>
        <p:nvGrpSpPr>
          <p:cNvPr id="84" name="그룹 83"/>
          <p:cNvGrpSpPr/>
          <p:nvPr/>
        </p:nvGrpSpPr>
        <p:grpSpPr>
          <a:xfrm>
            <a:off x="5287962" y="1964939"/>
            <a:ext cx="1230644" cy="198000"/>
            <a:chOff x="5287962" y="1441732"/>
            <a:chExt cx="1230644" cy="198000"/>
          </a:xfrm>
        </p:grpSpPr>
        <p:sp>
          <p:nvSpPr>
            <p:cNvPr id="85" name="Rectangle 258"/>
            <p:cNvSpPr>
              <a:spLocks noChangeArrowheads="1"/>
            </p:cNvSpPr>
            <p:nvPr/>
          </p:nvSpPr>
          <p:spPr bwMode="gray">
            <a:xfrm>
              <a:off x="5287962" y="1441732"/>
              <a:ext cx="1230644" cy="198000"/>
            </a:xfrm>
            <a:prstGeom prst="round2SameRect">
              <a:avLst>
                <a:gd name="adj1" fmla="val 30467"/>
                <a:gd name="adj2" fmla="val 0"/>
              </a:avLst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  <p:sp>
          <p:nvSpPr>
            <p:cNvPr id="86" name="직사각형 85"/>
            <p:cNvSpPr/>
            <p:nvPr/>
          </p:nvSpPr>
          <p:spPr bwMode="gray">
            <a:xfrm>
              <a:off x="5360423" y="1471482"/>
              <a:ext cx="645690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요구사항번호</a:t>
              </a:r>
              <a:r>
                <a:rPr kumimoji="0" lang="en-US" altLang="ko-KR" sz="900" b="0" i="0" u="none" strike="noStrike" kern="1200" cap="none" spc="-30" normalizeH="0" baseline="0" noProof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: </a:t>
              </a:r>
              <a:endParaRPr kumimoji="0" lang="en-US" altLang="ko-KR" sz="900" b="0" i="0" u="none" strike="noStrike" kern="1200" cap="none" spc="-3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sp>
          <p:nvSpPr>
            <p:cNvPr id="87" name="직사각형 86"/>
            <p:cNvSpPr/>
            <p:nvPr/>
          </p:nvSpPr>
          <p:spPr bwMode="gray">
            <a:xfrm>
              <a:off x="6008448" y="1471482"/>
              <a:ext cx="422553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 dirty="0" smtClean="0">
                  <a:solidFill>
                    <a:prstClr val="black"/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PMR-02</a:t>
              </a:r>
              <a:endParaRPr kumimoji="0" lang="en-US" altLang="ko-KR" sz="900" b="0" i="0" u="none" strike="noStrike" kern="1200" cap="none" spc="-3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7677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0"/>
          <p:cNvSpPr txBox="1">
            <a:spLocks noChangeArrowheads="1"/>
          </p:cNvSpPr>
          <p:nvPr/>
        </p:nvSpPr>
        <p:spPr bwMode="gray">
          <a:xfrm>
            <a:off x="333375" y="787684"/>
            <a:ext cx="6184697" cy="49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1.1 </a:t>
            </a:r>
            <a:r>
              <a:rPr lang="ko-KR" altLang="en-US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페이지제목 </a:t>
            </a:r>
            <a:r>
              <a:rPr lang="en-US" altLang="ko-KR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 </a:t>
            </a:r>
            <a:r>
              <a:rPr lang="en-US" altLang="ko-KR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en-US" altLang="ko-KR" sz="1100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KoPub</a:t>
            </a:r>
            <a:r>
              <a:rPr lang="en-US" altLang="ko-KR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z="11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돋움체 </a:t>
            </a:r>
            <a:r>
              <a:rPr lang="en-US" altLang="ko-KR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Bold 11pt)</a:t>
            </a:r>
          </a:p>
          <a:p>
            <a:pPr eaLnBrk="1" latinLnBrk="0" hangingPunct="1">
              <a:lnSpc>
                <a:spcPct val="120000"/>
              </a:lnSpc>
            </a:pPr>
            <a:r>
              <a:rPr lang="en-US" altLang="ko-KR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1.1.1 </a:t>
            </a:r>
            <a:r>
              <a:rPr lang="ko-KR" altLang="en-US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페이지제목 </a:t>
            </a:r>
            <a:r>
              <a:rPr lang="en-US" altLang="ko-KR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</a:t>
            </a:r>
            <a:r>
              <a:rPr lang="ko-KR" altLang="en-US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en-US" altLang="ko-KR" sz="1600" b="0" dirty="0" err="1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KoPub</a:t>
            </a:r>
            <a:r>
              <a:rPr lang="en-US" altLang="ko-KR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돋움체 </a:t>
            </a:r>
            <a:r>
              <a:rPr lang="en-US" altLang="ko-KR" sz="1600" b="0" dirty="0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Bold 16pt)</a:t>
            </a:r>
            <a:endParaRPr lang="en-US" altLang="ko-KR" sz="1600" b="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338122" y="568206"/>
            <a:ext cx="6186503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defTabSz="914284" eaLnBrk="1" latinLnBrk="0" hangingPunct="1"/>
            <a:r>
              <a:rPr kumimoji="0" lang="en-US" altLang="ko-KR" sz="800" b="0" dirty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kumimoji="0" lang="ko-KR" altLang="en-US" sz="800" b="0" dirty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페이지제목 </a:t>
            </a:r>
            <a:r>
              <a:rPr kumimoji="0" lang="en-US" altLang="ko-KR" sz="800" b="0" dirty="0" smtClean="0"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</a:t>
            </a:r>
            <a:endParaRPr kumimoji="0" lang="en-US" altLang="ko-KR" sz="800" b="0" dirty="0">
              <a:solidFill>
                <a:srgbClr val="4D4D4D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gray">
          <a:xfrm>
            <a:off x="333376" y="1388277"/>
            <a:ext cx="6121400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just" latinLnBrk="0">
              <a:lnSpc>
                <a:spcPct val="110000"/>
              </a:lnSpc>
              <a:defRPr sz="1200" b="0" spc="-3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ko-KR" altLang="en-US" spc="0" dirty="0" err="1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리딩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줄 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글꼴에서 한글글꼴은 </a:t>
            </a:r>
            <a:r>
              <a:rPr lang="en-US" altLang="ko-KR" spc="0" dirty="0" err="1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KoPub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돋움체 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Medium 12pt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키워드는 </a:t>
            </a:r>
            <a:r>
              <a:rPr lang="en-US" altLang="ko-KR" spc="0" dirty="0" err="1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KoPub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돋움체 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Bold</a:t>
            </a:r>
            <a:b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</a:br>
            <a:r>
              <a:rPr lang="ko-KR" altLang="en-US" spc="0" dirty="0" err="1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리딩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줄 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글꼴에서 한글글꼴은 </a:t>
            </a:r>
            <a:r>
              <a:rPr lang="en-US" altLang="ko-KR" spc="0" dirty="0" err="1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KoPub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돋움체 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Medium 12pt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키워드는 </a:t>
            </a:r>
            <a:r>
              <a:rPr lang="en-US" altLang="ko-KR" spc="0" dirty="0" err="1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KoPub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돋움체 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Bold</a:t>
            </a:r>
            <a:b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</a:br>
            <a:r>
              <a:rPr lang="ko-KR" altLang="en-US" spc="0" dirty="0" err="1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리딩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줄 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글꼴에서 한글글꼴은 </a:t>
            </a:r>
            <a:r>
              <a:rPr lang="en-US" altLang="ko-KR" spc="0" dirty="0" err="1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KoPub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돋움체 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Medium 12pt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키워드는 </a:t>
            </a:r>
            <a:r>
              <a:rPr lang="en-US" altLang="ko-KR" spc="0" dirty="0" err="1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KoPub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돋움체 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Bold</a:t>
            </a:r>
          </a:p>
        </p:txBody>
      </p:sp>
      <p:grpSp>
        <p:nvGrpSpPr>
          <p:cNvPr id="29" name="그룹 28"/>
          <p:cNvGrpSpPr/>
          <p:nvPr/>
        </p:nvGrpSpPr>
        <p:grpSpPr>
          <a:xfrm>
            <a:off x="336651" y="2720974"/>
            <a:ext cx="6184698" cy="6624640"/>
            <a:chOff x="336651" y="2720974"/>
            <a:chExt cx="6184698" cy="6624640"/>
          </a:xfrm>
        </p:grpSpPr>
        <p:sp>
          <p:nvSpPr>
            <p:cNvPr id="18" name="직사각형 17"/>
            <p:cNvSpPr/>
            <p:nvPr/>
          </p:nvSpPr>
          <p:spPr>
            <a:xfrm>
              <a:off x="336651" y="2973388"/>
              <a:ext cx="6184698" cy="6372226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336651" y="2720974"/>
              <a:ext cx="6184698" cy="6624639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23" name="그룹 22"/>
          <p:cNvGrpSpPr/>
          <p:nvPr/>
        </p:nvGrpSpPr>
        <p:grpSpPr>
          <a:xfrm>
            <a:off x="335557" y="2352632"/>
            <a:ext cx="6189067" cy="200055"/>
            <a:chOff x="335557" y="2352632"/>
            <a:chExt cx="6189067" cy="200055"/>
          </a:xfrm>
        </p:grpSpPr>
        <p:sp>
          <p:nvSpPr>
            <p:cNvPr id="24" name="모서리가 둥근 직사각형 23"/>
            <p:cNvSpPr/>
            <p:nvPr/>
          </p:nvSpPr>
          <p:spPr>
            <a:xfrm>
              <a:off x="476671" y="2370667"/>
              <a:ext cx="6047953" cy="163984"/>
            </a:xfrm>
            <a:prstGeom prst="roundRect">
              <a:avLst>
                <a:gd name="adj" fmla="val 0"/>
              </a:avLst>
            </a:prstGeom>
            <a:pattFill prst="ltUp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6350" cap="sq">
              <a:noFill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0" bIns="0" rtlCol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100" b="1" spc="-30" dirty="0">
                <a:solidFill>
                  <a:srgbClr val="06418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charset="0"/>
              </a:endParaRPr>
            </a:p>
          </p:txBody>
        </p:sp>
        <p:sp>
          <p:nvSpPr>
            <p:cNvPr id="25" name="Rectangle 6"/>
            <p:cNvSpPr>
              <a:spLocks noChangeArrowheads="1"/>
            </p:cNvSpPr>
            <p:nvPr/>
          </p:nvSpPr>
          <p:spPr bwMode="gray">
            <a:xfrm>
              <a:off x="335557" y="2352632"/>
              <a:ext cx="2160331" cy="200055"/>
            </a:xfrm>
            <a:prstGeom prst="rect">
              <a:avLst/>
            </a:prstGeom>
            <a:solidFill>
              <a:schemeClr val="bg1"/>
            </a:solidFill>
            <a:extLst/>
          </p:spPr>
          <p:txBody>
            <a:bodyPr wrap="none" lIns="0" tIns="0" rIns="36000" bIns="0" rtlCol="0" anchor="ctr">
              <a:spAutoFit/>
            </a:bodyPr>
            <a:lstStyle/>
            <a:p>
              <a:pPr fontAlgn="base" latinLnBrk="0">
                <a:spcBef>
                  <a:spcPct val="0"/>
                </a:spcBef>
              </a:pPr>
              <a:r>
                <a:rPr kumimoji="1" lang="ko-KR" altLang="en-US" sz="1300" dirty="0" smtClean="0">
                  <a:latin typeface="KoPub돋움체 Bold" panose="00000800000000000000" pitchFamily="2" charset="-127"/>
                  <a:ea typeface="KoPub돋움체 Bold" panose="00000800000000000000" pitchFamily="2" charset="-127"/>
                  <a:cs typeface="Sharp Sans No1 Bold" pitchFamily="50" charset="0"/>
                </a:rPr>
                <a:t>중간바 </a:t>
              </a:r>
              <a:r>
                <a:rPr kumimoji="1" lang="en-US" altLang="ko-KR" sz="1300" dirty="0">
                  <a:latin typeface="KoPub돋움체 Bold" panose="00000800000000000000" pitchFamily="2" charset="-127"/>
                  <a:ea typeface="KoPub돋움체 Bold" panose="00000800000000000000" pitchFamily="2" charset="-127"/>
                  <a:cs typeface="Sharp Sans No1 Bold" pitchFamily="50" charset="0"/>
                </a:rPr>
                <a:t>(</a:t>
              </a:r>
              <a:r>
                <a:rPr kumimoji="1" lang="en-US" altLang="ko-KR" sz="1300" dirty="0" err="1">
                  <a:latin typeface="KoPub돋움체 Bold" panose="00000800000000000000" pitchFamily="2" charset="-127"/>
                  <a:ea typeface="KoPub돋움체 Bold" panose="00000800000000000000" pitchFamily="2" charset="-127"/>
                  <a:cs typeface="Sharp Sans No1 Bold" pitchFamily="50" charset="0"/>
                </a:rPr>
                <a:t>KoPub</a:t>
              </a:r>
              <a:r>
                <a:rPr kumimoji="1" lang="ko-KR" altLang="en-US" sz="1300" dirty="0">
                  <a:latin typeface="KoPub돋움체 Bold" panose="00000800000000000000" pitchFamily="2" charset="-127"/>
                  <a:ea typeface="KoPub돋움체 Bold" panose="00000800000000000000" pitchFamily="2" charset="-127"/>
                  <a:cs typeface="Sharp Sans No1 Bold" pitchFamily="50" charset="0"/>
                </a:rPr>
                <a:t>돋움체 </a:t>
              </a:r>
              <a:r>
                <a:rPr kumimoji="1" lang="en-US" altLang="ko-KR" sz="1300" dirty="0">
                  <a:latin typeface="KoPub돋움체 Bold" panose="00000800000000000000" pitchFamily="2" charset="-127"/>
                  <a:ea typeface="KoPub돋움체 Bold" panose="00000800000000000000" pitchFamily="2" charset="-127"/>
                  <a:cs typeface="Sharp Sans No1 Bold" pitchFamily="50" charset="0"/>
                </a:rPr>
                <a:t>Bold </a:t>
              </a:r>
              <a:r>
                <a:rPr kumimoji="1" lang="en-US" altLang="ko-KR" sz="1300" dirty="0" smtClean="0">
                  <a:latin typeface="KoPub돋움체 Bold" panose="00000800000000000000" pitchFamily="2" charset="-127"/>
                  <a:ea typeface="KoPub돋움체 Bold" panose="00000800000000000000" pitchFamily="2" charset="-127"/>
                  <a:cs typeface="Sharp Sans No1 Bold" pitchFamily="50" charset="0"/>
                </a:rPr>
                <a:t>13)</a:t>
              </a:r>
              <a:endParaRPr kumimoji="1" lang="en-US" altLang="ko-KR" sz="13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Sharp Sans No1 Bold" pitchFamily="50" charset="0"/>
              </a:endParaRPr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346076" y="2686749"/>
            <a:ext cx="2267275" cy="194349"/>
            <a:chOff x="339726" y="2214106"/>
            <a:chExt cx="2267275" cy="194349"/>
          </a:xfrm>
        </p:grpSpPr>
        <p:sp>
          <p:nvSpPr>
            <p:cNvPr id="27" name="Text Box 79"/>
            <p:cNvSpPr txBox="1">
              <a:spLocks noChangeArrowheads="1"/>
            </p:cNvSpPr>
            <p:nvPr/>
          </p:nvSpPr>
          <p:spPr bwMode="gray">
            <a:xfrm>
              <a:off x="507067" y="2214106"/>
              <a:ext cx="2099934" cy="194349"/>
            </a:xfrm>
            <a:prstGeom prst="rect">
              <a:avLst/>
            </a:prstGeom>
            <a:noFill/>
            <a:extLst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latinLnBrk="0">
                <a:lnSpc>
                  <a:spcPct val="110000"/>
                </a:lnSpc>
                <a:spcAft>
                  <a:spcPts val="0"/>
                </a:spcAft>
                <a:defRPr sz="2000" spc="-70">
                  <a:ln>
                    <a:solidFill>
                      <a:srgbClr val="8FD2F7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  <a:cs typeface="Sharp Sans No1 Bold" pitchFamily="50" charset="0"/>
                </a:defRPr>
              </a:lvl1pPr>
            </a:lstStyle>
            <a:p>
              <a:r>
                <a:rPr lang="ko-KR" altLang="en-US" sz="1200" spc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소제목바</a:t>
              </a:r>
              <a:r>
                <a:rPr lang="ko-KR" altLang="en-US" sz="120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 </a:t>
              </a:r>
              <a:r>
                <a:rPr lang="en-US" altLang="ko-KR" sz="120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(</a:t>
              </a:r>
              <a:r>
                <a:rPr lang="en-US" altLang="ko-KR" sz="1200" spc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KoPub</a:t>
              </a:r>
              <a:r>
                <a:rPr lang="ko-KR" altLang="en-US" sz="120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돋움체 </a:t>
              </a:r>
              <a:r>
                <a:rPr lang="en-US" altLang="ko-KR" sz="120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Bold 12)</a:t>
              </a:r>
            </a:p>
          </p:txBody>
        </p:sp>
        <p:sp>
          <p:nvSpPr>
            <p:cNvPr id="28" name="Oval 472"/>
            <p:cNvSpPr>
              <a:spLocks noChangeArrowheads="1"/>
            </p:cNvSpPr>
            <p:nvPr/>
          </p:nvSpPr>
          <p:spPr bwMode="gray">
            <a:xfrm>
              <a:off x="339726" y="2268841"/>
              <a:ext cx="95250" cy="93663"/>
            </a:xfrm>
            <a:prstGeom prst="ellipse">
              <a:avLst/>
            </a:prstGeom>
            <a:solidFill>
              <a:srgbClr val="FFFFFF"/>
            </a:solidFill>
            <a:ln w="31750">
              <a:solidFill>
                <a:srgbClr val="EB61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latinLnBrk="0"/>
              <a:endParaRPr kumimoji="1" lang="ko-KR" altLang="ko-KR" sz="1000" kern="0">
                <a:solidFill>
                  <a:srgbClr val="000000"/>
                </a:solidFill>
                <a:latin typeface="굴림" charset="-127"/>
                <a:ea typeface="굴림" charset="-127"/>
              </a:endParaRPr>
            </a:p>
          </p:txBody>
        </p:sp>
      </p:grp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477329"/>
              </p:ext>
            </p:extLst>
          </p:nvPr>
        </p:nvGraphicFramePr>
        <p:xfrm>
          <a:off x="333377" y="3175541"/>
          <a:ext cx="6191247" cy="18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5636">
                  <a:extLst>
                    <a:ext uri="{9D8B030D-6E8A-4147-A177-3AD203B41FA5}">
                      <a16:colId xmlns:a16="http://schemas.microsoft.com/office/drawing/2014/main" val="976765858"/>
                    </a:ext>
                  </a:extLst>
                </a:gridCol>
                <a:gridCol w="1745636">
                  <a:extLst>
                    <a:ext uri="{9D8B030D-6E8A-4147-A177-3AD203B41FA5}">
                      <a16:colId xmlns:a16="http://schemas.microsoft.com/office/drawing/2014/main" val="3336654322"/>
                    </a:ext>
                  </a:extLst>
                </a:gridCol>
                <a:gridCol w="2699975">
                  <a:extLst>
                    <a:ext uri="{9D8B030D-6E8A-4147-A177-3AD203B41FA5}">
                      <a16:colId xmlns:a16="http://schemas.microsoft.com/office/drawing/2014/main" val="162804457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굴림" pitchFamily="50" charset="-127"/>
                        </a:rPr>
                        <a:t>KoPub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굴림" pitchFamily="50" charset="-127"/>
                        </a:rPr>
                        <a:t>돋움체 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굴림" pitchFamily="50" charset="-127"/>
                        </a:rPr>
                        <a:t>Bold 12</a:t>
                      </a:r>
                      <a:endParaRPr kumimoji="1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굴림" pitchFamily="50" charset="-127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3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굴림" pitchFamily="50" charset="-127"/>
                        </a:rPr>
                        <a:t>KoPub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굴림" pitchFamily="50" charset="-127"/>
                        </a:rPr>
                        <a:t>돋움체 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굴림" pitchFamily="50" charset="-127"/>
                        </a:rPr>
                        <a:t>Bold 12</a:t>
                      </a:r>
                      <a:endParaRPr kumimoji="1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굴림" pitchFamily="50" charset="-127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3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굴림" pitchFamily="50" charset="-127"/>
                        </a:rPr>
                        <a:t>KoPub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굴림" pitchFamily="50" charset="-127"/>
                        </a:rPr>
                        <a:t>돋움체 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굴림" pitchFamily="50" charset="-127"/>
                        </a:rPr>
                        <a:t>Bold 12</a:t>
                      </a:r>
                      <a:endParaRPr kumimoji="1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굴림" pitchFamily="50" charset="-127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77816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KoPub</a:t>
                      </a:r>
                      <a:r>
                        <a:rPr lang="ko-KR" altLang="en-US" sz="11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돋움체 </a:t>
                      </a:r>
                      <a:r>
                        <a:rPr lang="en-US" altLang="ko-KR" sz="1100" kern="1200" spc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Bold 11</a:t>
                      </a:r>
                    </a:p>
                  </a:txBody>
                  <a:tcPr marL="90000" marR="90000" marT="46800" marB="46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spc="0" baseline="0" dirty="0" err="1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KoPub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돋움체 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Bold 10</a:t>
                      </a: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rgbClr val="EAEAEA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indent="-85725" latinLnBrk="0"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spc="0" baseline="0" dirty="0" err="1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KoPub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돋움체 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Medium 10</a:t>
                      </a: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9385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1200" spc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spc="0" baseline="0" dirty="0" err="1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KoPub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돋움체 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Bold 10</a:t>
                      </a: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rgbClr val="EAEAEA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indent="-85725" latinLnBrk="0"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spc="0" baseline="0" dirty="0" err="1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KoPub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돋움체 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Medium 10</a:t>
                      </a: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3934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1200" spc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spc="0" baseline="0" dirty="0" err="1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KoPub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돋움체 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Bold 10</a:t>
                      </a: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rgbClr val="EAEAEA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indent="-85725" latinLnBrk="0"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spc="0" baseline="0" dirty="0" err="1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KoPub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돋움체 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Medium 10</a:t>
                      </a: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3924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1200" spc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spc="0" baseline="0" dirty="0" err="1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KoPub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돋움체 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Bold 10</a:t>
                      </a: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rgbClr val="EAEAEA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indent="-85725" latinLnBrk="0"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spc="0" baseline="0" dirty="0" err="1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KoPub</a:t>
                      </a:r>
                      <a:r>
                        <a:rPr lang="ko-KR" altLang="en-US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돋움체 </a:t>
                      </a:r>
                      <a:r>
                        <a:rPr lang="en-US" altLang="ko-KR" sz="1000" spc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Medium 10</a:t>
                      </a: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5001656"/>
                  </a:ext>
                </a:extLst>
              </a:tr>
            </a:tbl>
          </a:graphicData>
        </a:graphic>
      </p:graphicFrame>
      <p:grpSp>
        <p:nvGrpSpPr>
          <p:cNvPr id="15" name="그룹 14"/>
          <p:cNvGrpSpPr/>
          <p:nvPr/>
        </p:nvGrpSpPr>
        <p:grpSpPr>
          <a:xfrm>
            <a:off x="534460" y="5350005"/>
            <a:ext cx="4183062" cy="1946044"/>
            <a:chOff x="447018" y="4399280"/>
            <a:chExt cx="4183062" cy="1946044"/>
          </a:xfrm>
        </p:grpSpPr>
        <p:sp>
          <p:nvSpPr>
            <p:cNvPr id="16" name="Line 56"/>
            <p:cNvSpPr>
              <a:spLocks noChangeShapeType="1"/>
            </p:cNvSpPr>
            <p:nvPr/>
          </p:nvSpPr>
          <p:spPr bwMode="auto">
            <a:xfrm>
              <a:off x="454956" y="4537782"/>
              <a:ext cx="733425" cy="0"/>
            </a:xfrm>
            <a:prstGeom prst="line">
              <a:avLst/>
            </a:prstGeom>
            <a:noFill/>
            <a:ln w="6350">
              <a:solidFill>
                <a:srgbClr val="B2B2B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320" latinLnBrk="0">
                <a:defRPr/>
              </a:pPr>
              <a:endParaRPr lang="ko-KR" altLang="en-US" kern="0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17" name="Rectangle 57"/>
            <p:cNvSpPr>
              <a:spLocks noChangeArrowheads="1"/>
            </p:cNvSpPr>
            <p:nvPr/>
          </p:nvSpPr>
          <p:spPr bwMode="auto">
            <a:xfrm>
              <a:off x="1548743" y="4399280"/>
              <a:ext cx="3081337" cy="27700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43814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defTabSz="914320" latinLnBrk="0">
                <a:defRPr/>
              </a:pPr>
              <a:r>
                <a:rPr lang="en-US" altLang="ko-KR" sz="1051" kern="0" dirty="0" smtClean="0">
                  <a:solidFill>
                    <a:srgbClr val="FFFF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178,178</a:t>
              </a:r>
              <a:r>
                <a:rPr lang="en-US" altLang="ko-KR" sz="1051" kern="0" dirty="0">
                  <a:solidFill>
                    <a:srgbClr val="FFFF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,</a:t>
              </a:r>
              <a:r>
                <a:rPr lang="en-US" altLang="ko-KR" sz="1051" kern="0" dirty="0" smtClean="0">
                  <a:solidFill>
                    <a:srgbClr val="FFFF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178 </a:t>
              </a:r>
              <a:r>
                <a:rPr lang="ko-KR" altLang="en-US" sz="1051" kern="0" dirty="0" smtClean="0">
                  <a:solidFill>
                    <a:srgbClr val="FFFF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두께 </a:t>
              </a:r>
              <a:r>
                <a:rPr lang="en-US" altLang="ko-KR" sz="1051" kern="0" dirty="0">
                  <a:solidFill>
                    <a:srgbClr val="FFFF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0.5(</a:t>
              </a:r>
              <a:r>
                <a:rPr lang="ko-KR" altLang="en-US" sz="1051" kern="0" dirty="0" err="1" smtClean="0">
                  <a:solidFill>
                    <a:srgbClr val="FFFF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내부선색</a:t>
              </a:r>
              <a:r>
                <a:rPr lang="en-US" altLang="ko-KR" sz="1051" kern="0" dirty="0" smtClean="0">
                  <a:solidFill>
                    <a:srgbClr val="FFFF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)</a:t>
              </a:r>
              <a:endParaRPr lang="en-US" altLang="ko-KR" sz="1051" kern="0" dirty="0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0" name="Rectangle 58"/>
            <p:cNvSpPr>
              <a:spLocks noChangeArrowheads="1"/>
            </p:cNvSpPr>
            <p:nvPr/>
          </p:nvSpPr>
          <p:spPr bwMode="auto">
            <a:xfrm>
              <a:off x="447018" y="5665119"/>
              <a:ext cx="749300" cy="277005"/>
            </a:xfrm>
            <a:prstGeom prst="rect">
              <a:avLst/>
            </a:prstGeom>
            <a:solidFill>
              <a:srgbClr val="E4E4E4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10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1" name="Line 59"/>
            <p:cNvSpPr>
              <a:spLocks noChangeShapeType="1"/>
            </p:cNvSpPr>
            <p:nvPr/>
          </p:nvSpPr>
          <p:spPr bwMode="auto">
            <a:xfrm>
              <a:off x="1202668" y="5803622"/>
              <a:ext cx="2635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320" latinLnBrk="0">
                <a:defRPr/>
              </a:pPr>
              <a:endParaRPr lang="ko-KR" altLang="en-US" kern="0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2" name="Rectangle 60"/>
            <p:cNvSpPr>
              <a:spLocks noChangeArrowheads="1"/>
            </p:cNvSpPr>
            <p:nvPr/>
          </p:nvSpPr>
          <p:spPr bwMode="auto">
            <a:xfrm>
              <a:off x="1548743" y="5665119"/>
              <a:ext cx="3081337" cy="27700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43814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defTabSz="914320" latinLnBrk="0">
                <a:defRPr/>
              </a:pPr>
              <a:r>
                <a:rPr lang="en-US" altLang="ko-KR" sz="1051" kern="0" dirty="0" smtClean="0">
                  <a:solidFill>
                    <a:srgbClr val="FFFF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228,228,228 (</a:t>
              </a:r>
              <a:r>
                <a:rPr lang="ko-KR" altLang="en-US" sz="1051" kern="0" dirty="0">
                  <a:solidFill>
                    <a:srgbClr val="FFFF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표 </a:t>
              </a:r>
              <a:r>
                <a:rPr lang="ko-KR" altLang="en-US" sz="1051" kern="0" dirty="0" err="1" smtClean="0">
                  <a:solidFill>
                    <a:srgbClr val="FFFF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좌ㅁ측색상</a:t>
              </a:r>
              <a:r>
                <a:rPr lang="en-US" altLang="ko-KR" sz="1051" kern="0" dirty="0">
                  <a:solidFill>
                    <a:srgbClr val="FFFF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)</a:t>
              </a:r>
            </a:p>
          </p:txBody>
        </p:sp>
        <p:sp>
          <p:nvSpPr>
            <p:cNvPr id="30" name="Rectangle 58"/>
            <p:cNvSpPr>
              <a:spLocks noChangeArrowheads="1"/>
            </p:cNvSpPr>
            <p:nvPr/>
          </p:nvSpPr>
          <p:spPr bwMode="auto">
            <a:xfrm>
              <a:off x="447018" y="6068319"/>
              <a:ext cx="749300" cy="277005"/>
            </a:xfrm>
            <a:prstGeom prst="rect">
              <a:avLst/>
            </a:prstGeom>
            <a:pattFill prst="ltUpDiag">
              <a:fgClr>
                <a:srgbClr val="EAEAEA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defTabSz="914320" latinLnBrk="0">
                <a:defRPr/>
              </a:pPr>
              <a:endParaRPr lang="ko-KR" altLang="en-US" kern="0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31" name="Line 59"/>
            <p:cNvSpPr>
              <a:spLocks noChangeShapeType="1"/>
            </p:cNvSpPr>
            <p:nvPr/>
          </p:nvSpPr>
          <p:spPr bwMode="auto">
            <a:xfrm>
              <a:off x="1202668" y="6206822"/>
              <a:ext cx="2635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320" latinLnBrk="0">
                <a:defRPr/>
              </a:pPr>
              <a:endParaRPr lang="ko-KR" altLang="en-US" kern="0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32" name="Rectangle 60"/>
            <p:cNvSpPr>
              <a:spLocks noChangeArrowheads="1"/>
            </p:cNvSpPr>
            <p:nvPr/>
          </p:nvSpPr>
          <p:spPr bwMode="auto">
            <a:xfrm>
              <a:off x="1548743" y="6068319"/>
              <a:ext cx="3081337" cy="27700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43814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defTabSz="914320" latinLnBrk="0">
                <a:defRPr/>
              </a:pPr>
              <a:r>
                <a:rPr lang="en-US" altLang="ko-KR" sz="1051" kern="0" dirty="0" smtClean="0">
                  <a:solidFill>
                    <a:srgbClr val="FFFF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234,234,234 (</a:t>
              </a:r>
              <a:r>
                <a:rPr lang="ko-KR" altLang="en-US" sz="1051" kern="0" dirty="0">
                  <a:solidFill>
                    <a:srgbClr val="FFFF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표 좌측패턴</a:t>
              </a:r>
              <a:r>
                <a:rPr lang="en-US" altLang="ko-KR" sz="1051" kern="0" dirty="0">
                  <a:solidFill>
                    <a:srgbClr val="FFFF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)</a:t>
              </a:r>
            </a:p>
          </p:txBody>
        </p:sp>
        <p:sp>
          <p:nvSpPr>
            <p:cNvPr id="33" name="Line 56"/>
            <p:cNvSpPr>
              <a:spLocks noChangeShapeType="1"/>
            </p:cNvSpPr>
            <p:nvPr/>
          </p:nvSpPr>
          <p:spPr bwMode="auto">
            <a:xfrm>
              <a:off x="454956" y="4907309"/>
              <a:ext cx="733425" cy="0"/>
            </a:xfrm>
            <a:prstGeom prst="line">
              <a:avLst/>
            </a:prstGeom>
            <a:noFill/>
            <a:ln w="12700">
              <a:solidFill>
                <a:srgbClr val="0093D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320" latinLnBrk="0">
                <a:defRPr/>
              </a:pPr>
              <a:endParaRPr lang="ko-KR" altLang="en-US" kern="0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34" name="Rectangle 57"/>
            <p:cNvSpPr>
              <a:spLocks noChangeArrowheads="1"/>
            </p:cNvSpPr>
            <p:nvPr/>
          </p:nvSpPr>
          <p:spPr bwMode="auto">
            <a:xfrm>
              <a:off x="1548743" y="4768806"/>
              <a:ext cx="3081337" cy="27700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43814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defTabSz="914320" latinLnBrk="0">
                <a:defRPr/>
              </a:pPr>
              <a:r>
                <a:rPr lang="en-US" altLang="ko-KR" sz="1051" kern="0" dirty="0">
                  <a:solidFill>
                    <a:srgbClr val="FFFF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0.147.212 </a:t>
              </a:r>
              <a:r>
                <a:rPr lang="ko-KR" altLang="en-US" sz="1051" kern="0" dirty="0" smtClean="0">
                  <a:solidFill>
                    <a:srgbClr val="FFFF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두께 </a:t>
              </a:r>
              <a:r>
                <a:rPr lang="en-US" altLang="ko-KR" sz="1051" kern="0" dirty="0">
                  <a:solidFill>
                    <a:srgbClr val="FFFF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1 </a:t>
              </a:r>
              <a:r>
                <a:rPr lang="en-US" altLang="ko-KR" sz="1051" kern="0" dirty="0" smtClean="0">
                  <a:solidFill>
                    <a:srgbClr val="FFFF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(</a:t>
              </a:r>
              <a:r>
                <a:rPr lang="ko-KR" altLang="en-US" sz="1051" kern="0" dirty="0" err="1" smtClean="0">
                  <a:solidFill>
                    <a:srgbClr val="FFFF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하단선색</a:t>
              </a:r>
              <a:r>
                <a:rPr lang="en-US" altLang="ko-KR" sz="1051" kern="0" dirty="0" smtClean="0">
                  <a:solidFill>
                    <a:srgbClr val="FFFF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) </a:t>
              </a:r>
              <a:r>
                <a:rPr lang="ko-KR" altLang="en-US" sz="1051" kern="0" dirty="0" smtClean="0">
                  <a:solidFill>
                    <a:srgbClr val="FFFF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상단선 없음</a:t>
              </a:r>
              <a:endParaRPr lang="en-US" altLang="ko-KR" sz="1051" kern="0" dirty="0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35" name="Rectangle 51"/>
            <p:cNvSpPr>
              <a:spLocks noChangeArrowheads="1"/>
            </p:cNvSpPr>
            <p:nvPr/>
          </p:nvSpPr>
          <p:spPr bwMode="auto">
            <a:xfrm>
              <a:off x="447018" y="5138332"/>
              <a:ext cx="749300" cy="277005"/>
            </a:xfrm>
            <a:prstGeom prst="rect">
              <a:avLst/>
            </a:prstGeom>
            <a:solidFill>
              <a:srgbClr val="0093D4"/>
            </a:solidFill>
            <a:ln>
              <a:noFill/>
            </a:ln>
            <a:effectLst/>
            <a:extLst/>
          </p:spPr>
          <p:txBody>
            <a:bodyPr wrap="none" lIns="0" tIns="0" rIns="0" bIns="0" anchor="ctr">
              <a:noAutofit/>
            </a:bodyPr>
            <a:lstStyle/>
            <a:p>
              <a:pPr algn="ctr" fontAlgn="base" latinLnBrk="0">
                <a:buClr>
                  <a:srgbClr val="969696"/>
                </a:buClr>
              </a:pPr>
              <a:endParaRPr lang="ko-KR" altLang="en-US" sz="1000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36" name="Line 54"/>
            <p:cNvSpPr>
              <a:spLocks noChangeShapeType="1"/>
            </p:cNvSpPr>
            <p:nvPr/>
          </p:nvSpPr>
          <p:spPr bwMode="auto">
            <a:xfrm>
              <a:off x="1202668" y="5276834"/>
              <a:ext cx="2635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320" latinLnBrk="0">
                <a:defRPr/>
              </a:pPr>
              <a:endParaRPr lang="ko-KR" altLang="en-US" kern="0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37" name="Rectangle 55"/>
            <p:cNvSpPr>
              <a:spLocks noChangeArrowheads="1"/>
            </p:cNvSpPr>
            <p:nvPr/>
          </p:nvSpPr>
          <p:spPr bwMode="auto">
            <a:xfrm>
              <a:off x="1548743" y="5138332"/>
              <a:ext cx="3081337" cy="27700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43814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defTabSz="914320" latinLnBrk="0">
                <a:defRPr/>
              </a:pPr>
              <a:r>
                <a:rPr lang="en-US" altLang="ko-KR" sz="1051" kern="0" dirty="0" smtClean="0">
                  <a:solidFill>
                    <a:srgbClr val="FFFF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0.147.212 </a:t>
              </a:r>
              <a:r>
                <a:rPr lang="ko-KR" altLang="en-US" sz="1051" kern="0" dirty="0" smtClean="0">
                  <a:solidFill>
                    <a:srgbClr val="FFFF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두께 </a:t>
              </a:r>
              <a:r>
                <a:rPr lang="en-US" altLang="ko-KR" sz="1051" kern="0" dirty="0" smtClean="0">
                  <a:solidFill>
                    <a:srgbClr val="FFFF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0.5(</a:t>
              </a:r>
              <a:r>
                <a:rPr lang="ko-KR" altLang="en-US" sz="1051" kern="0" dirty="0" smtClean="0">
                  <a:solidFill>
                    <a:srgbClr val="FFFF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상단 면 </a:t>
              </a:r>
              <a:r>
                <a:rPr lang="ko-KR" altLang="en-US" sz="1051" kern="0" dirty="0" err="1" smtClean="0">
                  <a:solidFill>
                    <a:srgbClr val="FFFF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내부선색</a:t>
              </a:r>
              <a:r>
                <a:rPr lang="en-US" altLang="ko-KR" sz="1051" kern="0" dirty="0" smtClean="0">
                  <a:solidFill>
                    <a:srgbClr val="FFFF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)</a:t>
              </a:r>
              <a:endParaRPr lang="en-US" altLang="ko-KR" sz="1051" kern="0" dirty="0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38" name="Line 56"/>
            <p:cNvSpPr>
              <a:spLocks noChangeShapeType="1"/>
            </p:cNvSpPr>
            <p:nvPr/>
          </p:nvSpPr>
          <p:spPr bwMode="auto">
            <a:xfrm rot="16200000">
              <a:off x="710799" y="5276834"/>
              <a:ext cx="221738" cy="0"/>
            </a:xfrm>
            <a:prstGeom prst="line">
              <a:avLst/>
            </a:prstGeom>
            <a:noFill/>
            <a:ln w="63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320" latinLnBrk="0">
                <a:defRPr/>
              </a:pPr>
              <a:endParaRPr lang="ko-KR" altLang="en-US" kern="0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grpSp>
        <p:nvGrpSpPr>
          <p:cNvPr id="39" name="그룹 38"/>
          <p:cNvGrpSpPr/>
          <p:nvPr/>
        </p:nvGrpSpPr>
        <p:grpSpPr>
          <a:xfrm>
            <a:off x="5287962" y="2167902"/>
            <a:ext cx="1230644" cy="198000"/>
            <a:chOff x="5287962" y="1441732"/>
            <a:chExt cx="1230644" cy="198000"/>
          </a:xfrm>
        </p:grpSpPr>
        <p:sp>
          <p:nvSpPr>
            <p:cNvPr id="40" name="Rectangle 258"/>
            <p:cNvSpPr>
              <a:spLocks noChangeArrowheads="1"/>
            </p:cNvSpPr>
            <p:nvPr/>
          </p:nvSpPr>
          <p:spPr bwMode="gray">
            <a:xfrm>
              <a:off x="5287962" y="1441732"/>
              <a:ext cx="1230644" cy="198000"/>
            </a:xfrm>
            <a:prstGeom prst="round2SameRect">
              <a:avLst>
                <a:gd name="adj1" fmla="val 30467"/>
                <a:gd name="adj2" fmla="val 0"/>
              </a:avLst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  <p:sp>
          <p:nvSpPr>
            <p:cNvPr id="41" name="직사각형 40"/>
            <p:cNvSpPr/>
            <p:nvPr/>
          </p:nvSpPr>
          <p:spPr bwMode="gray">
            <a:xfrm>
              <a:off x="5360423" y="1471482"/>
              <a:ext cx="645690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요구사항번호</a:t>
              </a:r>
              <a:r>
                <a:rPr kumimoji="0" lang="en-US" altLang="ko-KR" sz="900" b="0" i="0" u="none" strike="noStrike" kern="1200" cap="none" spc="-30" normalizeH="0" baseline="0" noProof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: </a:t>
              </a:r>
              <a:endParaRPr kumimoji="0" lang="en-US" altLang="ko-KR" sz="900" b="0" i="0" u="none" strike="noStrike" kern="1200" cap="none" spc="-3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sp>
          <p:nvSpPr>
            <p:cNvPr id="42" name="직사각형 41"/>
            <p:cNvSpPr/>
            <p:nvPr/>
          </p:nvSpPr>
          <p:spPr bwMode="gray">
            <a:xfrm>
              <a:off x="6008448" y="1471482"/>
              <a:ext cx="422553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 dirty="0" smtClean="0">
                  <a:solidFill>
                    <a:prstClr val="black"/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PMR-02</a:t>
              </a:r>
              <a:endParaRPr kumimoji="0" lang="en-US" altLang="ko-KR" sz="900" b="0" i="0" u="none" strike="noStrike" kern="1200" cap="none" spc="-3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8734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Box 5"/>
          <p:cNvSpPr txBox="1">
            <a:spLocks noChangeArrowheads="1"/>
          </p:cNvSpPr>
          <p:nvPr/>
        </p:nvSpPr>
        <p:spPr bwMode="auto">
          <a:xfrm>
            <a:off x="333376" y="568206"/>
            <a:ext cx="619125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r" defTabSz="914284" latinLnBrk="0">
              <a:defRPr kumimoji="0" sz="800" b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742950" indent="-285750" eaLnBrk="0" hangingPunct="0">
              <a:defRPr kumimoji="1" b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9pPr>
          </a:lstStyle>
          <a:p>
            <a:r>
              <a:rPr lang="en-US" altLang="ko-KR" dirty="0">
                <a:ln>
                  <a:noFill/>
                </a:ln>
              </a:rPr>
              <a:t>1. </a:t>
            </a:r>
            <a:r>
              <a:rPr lang="ko-KR" altLang="en-US" dirty="0">
                <a:ln>
                  <a:noFill/>
                </a:ln>
              </a:rPr>
              <a:t>페이지제목 </a:t>
            </a:r>
            <a:r>
              <a:rPr lang="en-US" altLang="ko-KR" dirty="0">
                <a:ln>
                  <a:noFill/>
                </a:ln>
              </a:rPr>
              <a:t>A &gt; 1.1</a:t>
            </a:r>
            <a:r>
              <a:rPr lang="ko-KR" altLang="en-US" dirty="0">
                <a:ln>
                  <a:noFill/>
                </a:ln>
              </a:rPr>
              <a:t> 페이지제목 </a:t>
            </a:r>
            <a:r>
              <a:rPr lang="en-US" altLang="ko-KR" dirty="0">
                <a:ln>
                  <a:noFill/>
                </a:ln>
              </a:rPr>
              <a:t>B &gt; 1.1.1 </a:t>
            </a:r>
            <a:r>
              <a:rPr lang="ko-KR" altLang="en-US" dirty="0">
                <a:ln>
                  <a:noFill/>
                </a:ln>
              </a:rPr>
              <a:t>페이지제목 </a:t>
            </a:r>
            <a:r>
              <a:rPr lang="en-US" altLang="ko-KR" dirty="0">
                <a:ln>
                  <a:noFill/>
                </a:ln>
              </a:rPr>
              <a:t>C</a:t>
            </a:r>
          </a:p>
        </p:txBody>
      </p:sp>
      <p:sp>
        <p:nvSpPr>
          <p:cNvPr id="80" name="Text Box 10"/>
          <p:cNvSpPr txBox="1">
            <a:spLocks noChangeArrowheads="1"/>
          </p:cNvSpPr>
          <p:nvPr/>
        </p:nvSpPr>
        <p:spPr bwMode="gray">
          <a:xfrm>
            <a:off x="333376" y="782042"/>
            <a:ext cx="6184697" cy="314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latinLnBrk="0">
              <a:lnSpc>
                <a:spcPct val="140000"/>
              </a:lnSpc>
              <a:defRPr kumimoji="1" sz="1600" b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 eaLnBrk="0" hangingPunct="0">
              <a:defRPr kumimoji="1" b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9pPr>
          </a:lstStyle>
          <a:p>
            <a:r>
              <a:rPr lang="en-US" altLang="ko-KR" dirty="0">
                <a:ln>
                  <a:noFill/>
                </a:ln>
              </a:rPr>
              <a:t>1.1.1.1 </a:t>
            </a:r>
            <a:r>
              <a:rPr lang="ko-KR" altLang="en-US" dirty="0">
                <a:ln>
                  <a:noFill/>
                </a:ln>
              </a:rPr>
              <a:t>페이지제목 </a:t>
            </a:r>
            <a:r>
              <a:rPr lang="en-US" altLang="ko-KR" dirty="0">
                <a:ln>
                  <a:noFill/>
                </a:ln>
              </a:rPr>
              <a:t>D (</a:t>
            </a:r>
            <a:r>
              <a:rPr lang="en-US" altLang="ko-KR" dirty="0" err="1">
                <a:ln>
                  <a:noFill/>
                </a:ln>
              </a:rPr>
              <a:t>KoPub</a:t>
            </a:r>
            <a:r>
              <a:rPr lang="en-US" altLang="ko-KR" dirty="0">
                <a:ln>
                  <a:noFill/>
                </a:ln>
              </a:rPr>
              <a:t> </a:t>
            </a:r>
            <a:r>
              <a:rPr lang="ko-KR" altLang="en-US" dirty="0">
                <a:ln>
                  <a:noFill/>
                </a:ln>
              </a:rPr>
              <a:t>돋움체 </a:t>
            </a:r>
            <a:r>
              <a:rPr lang="en-US" altLang="ko-KR" dirty="0">
                <a:ln>
                  <a:noFill/>
                </a:ln>
              </a:rPr>
              <a:t>Bold 16pt)</a:t>
            </a:r>
          </a:p>
        </p:txBody>
      </p:sp>
      <p:sp>
        <p:nvSpPr>
          <p:cNvPr id="432" name="직사각형 431"/>
          <p:cNvSpPr/>
          <p:nvPr/>
        </p:nvSpPr>
        <p:spPr>
          <a:xfrm>
            <a:off x="336651" y="2027752"/>
            <a:ext cx="6184698" cy="731786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 dirty="0">
              <a:solidFill>
                <a:prstClr val="white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433" name="직사각형 432"/>
          <p:cNvSpPr/>
          <p:nvPr/>
        </p:nvSpPr>
        <p:spPr>
          <a:xfrm>
            <a:off x="336651" y="1775337"/>
            <a:ext cx="6184698" cy="7570275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 dirty="0">
              <a:solidFill>
                <a:prstClr val="white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434" name="그룹 433"/>
          <p:cNvGrpSpPr/>
          <p:nvPr/>
        </p:nvGrpSpPr>
        <p:grpSpPr>
          <a:xfrm>
            <a:off x="335557" y="1406996"/>
            <a:ext cx="6189067" cy="200055"/>
            <a:chOff x="335557" y="2352632"/>
            <a:chExt cx="6189067" cy="200055"/>
          </a:xfrm>
        </p:grpSpPr>
        <p:sp>
          <p:nvSpPr>
            <p:cNvPr id="438" name="모서리가 둥근 직사각형 437"/>
            <p:cNvSpPr/>
            <p:nvPr/>
          </p:nvSpPr>
          <p:spPr>
            <a:xfrm>
              <a:off x="476671" y="2370667"/>
              <a:ext cx="6047953" cy="163984"/>
            </a:xfrm>
            <a:prstGeom prst="roundRect">
              <a:avLst>
                <a:gd name="adj" fmla="val 0"/>
              </a:avLst>
            </a:prstGeom>
            <a:pattFill prst="ltUp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6350" cap="sq">
              <a:noFill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0" bIns="0" rtlCol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100" b="1" spc="-30" dirty="0">
                <a:solidFill>
                  <a:srgbClr val="06418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charset="0"/>
              </a:endParaRPr>
            </a:p>
          </p:txBody>
        </p:sp>
        <p:sp>
          <p:nvSpPr>
            <p:cNvPr id="439" name="Rectangle 6"/>
            <p:cNvSpPr>
              <a:spLocks noChangeArrowheads="1"/>
            </p:cNvSpPr>
            <p:nvPr/>
          </p:nvSpPr>
          <p:spPr bwMode="gray">
            <a:xfrm>
              <a:off x="335557" y="2352632"/>
              <a:ext cx="2160331" cy="200055"/>
            </a:xfrm>
            <a:prstGeom prst="rect">
              <a:avLst/>
            </a:prstGeom>
            <a:solidFill>
              <a:schemeClr val="bg1"/>
            </a:solidFill>
            <a:extLst/>
          </p:spPr>
          <p:txBody>
            <a:bodyPr wrap="none" lIns="0" tIns="0" rIns="36000" bIns="0" rtlCol="0" anchor="ctr">
              <a:spAutoFit/>
            </a:bodyPr>
            <a:lstStyle/>
            <a:p>
              <a:pPr fontAlgn="base" latinLnBrk="0">
                <a:spcBef>
                  <a:spcPct val="0"/>
                </a:spcBef>
              </a:pPr>
              <a:r>
                <a:rPr kumimoji="1" lang="ko-KR" altLang="en-US" sz="1300" dirty="0">
                  <a:latin typeface="KoPub돋움체 Bold" panose="00000800000000000000" pitchFamily="2" charset="-127"/>
                  <a:ea typeface="KoPub돋움체 Bold" panose="00000800000000000000" pitchFamily="2" charset="-127"/>
                  <a:cs typeface="Sharp Sans No1 Bold" pitchFamily="50" charset="0"/>
                </a:rPr>
                <a:t>중간바 </a:t>
              </a:r>
              <a:r>
                <a:rPr kumimoji="1" lang="en-US" altLang="ko-KR" sz="1300" dirty="0">
                  <a:latin typeface="KoPub돋움체 Bold" panose="00000800000000000000" pitchFamily="2" charset="-127"/>
                  <a:ea typeface="KoPub돋움체 Bold" panose="00000800000000000000" pitchFamily="2" charset="-127"/>
                  <a:cs typeface="Sharp Sans No1 Bold" pitchFamily="50" charset="0"/>
                </a:rPr>
                <a:t>(</a:t>
              </a:r>
              <a:r>
                <a:rPr kumimoji="1" lang="en-US" altLang="ko-KR" sz="1300" dirty="0" err="1">
                  <a:latin typeface="KoPub돋움체 Bold" panose="00000800000000000000" pitchFamily="2" charset="-127"/>
                  <a:ea typeface="KoPub돋움체 Bold" panose="00000800000000000000" pitchFamily="2" charset="-127"/>
                  <a:cs typeface="Sharp Sans No1 Bold" pitchFamily="50" charset="0"/>
                </a:rPr>
                <a:t>KoPub</a:t>
              </a:r>
              <a:r>
                <a:rPr kumimoji="1" lang="ko-KR" altLang="en-US" sz="1300" dirty="0">
                  <a:latin typeface="KoPub돋움체 Bold" panose="00000800000000000000" pitchFamily="2" charset="-127"/>
                  <a:ea typeface="KoPub돋움체 Bold" panose="00000800000000000000" pitchFamily="2" charset="-127"/>
                  <a:cs typeface="Sharp Sans No1 Bold" pitchFamily="50" charset="0"/>
                </a:rPr>
                <a:t>돋움체 </a:t>
              </a:r>
              <a:r>
                <a:rPr kumimoji="1" lang="en-US" altLang="ko-KR" sz="1300" dirty="0">
                  <a:latin typeface="KoPub돋움체 Bold" panose="00000800000000000000" pitchFamily="2" charset="-127"/>
                  <a:ea typeface="KoPub돋움체 Bold" panose="00000800000000000000" pitchFamily="2" charset="-127"/>
                  <a:cs typeface="Sharp Sans No1 Bold" pitchFamily="50" charset="0"/>
                </a:rPr>
                <a:t>Bold 13)</a:t>
              </a:r>
            </a:p>
          </p:txBody>
        </p:sp>
      </p:grpSp>
      <p:grpSp>
        <p:nvGrpSpPr>
          <p:cNvPr id="435" name="그룹 434"/>
          <p:cNvGrpSpPr/>
          <p:nvPr/>
        </p:nvGrpSpPr>
        <p:grpSpPr>
          <a:xfrm>
            <a:off x="346076" y="1741113"/>
            <a:ext cx="2267275" cy="194349"/>
            <a:chOff x="339726" y="2214106"/>
            <a:chExt cx="2267275" cy="194349"/>
          </a:xfrm>
        </p:grpSpPr>
        <p:sp>
          <p:nvSpPr>
            <p:cNvPr id="436" name="Text Box 79"/>
            <p:cNvSpPr txBox="1">
              <a:spLocks noChangeArrowheads="1"/>
            </p:cNvSpPr>
            <p:nvPr/>
          </p:nvSpPr>
          <p:spPr bwMode="gray">
            <a:xfrm>
              <a:off x="507067" y="2214106"/>
              <a:ext cx="2099934" cy="194349"/>
            </a:xfrm>
            <a:prstGeom prst="rect">
              <a:avLst/>
            </a:prstGeom>
            <a:noFill/>
            <a:extLst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latinLnBrk="0">
                <a:lnSpc>
                  <a:spcPct val="110000"/>
                </a:lnSpc>
                <a:spcAft>
                  <a:spcPts val="0"/>
                </a:spcAft>
                <a:defRPr sz="2000" spc="-70">
                  <a:ln>
                    <a:solidFill>
                      <a:srgbClr val="8FD2F7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  <a:cs typeface="Sharp Sans No1 Bold" pitchFamily="50" charset="0"/>
                </a:defRPr>
              </a:lvl1pPr>
            </a:lstStyle>
            <a:p>
              <a:r>
                <a:rPr lang="ko-KR" altLang="en-US" sz="1200" b="0" spc="0" dirty="0" err="1" smtClean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소제목바</a:t>
              </a:r>
              <a:r>
                <a:rPr lang="ko-KR" altLang="en-US" sz="1200" b="0" spc="0" dirty="0" smtClean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 </a:t>
              </a:r>
              <a:r>
                <a:rPr lang="en-US" altLang="ko-KR" sz="1200" b="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(</a:t>
              </a:r>
              <a:r>
                <a:rPr lang="en-US" altLang="ko-KR" sz="1200" b="0" spc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KoPub</a:t>
              </a:r>
              <a:r>
                <a:rPr lang="ko-KR" altLang="en-US" sz="1200" b="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돋움체 </a:t>
              </a:r>
              <a:r>
                <a:rPr lang="en-US" altLang="ko-KR" sz="1200" b="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Bold 12)</a:t>
              </a:r>
            </a:p>
          </p:txBody>
        </p:sp>
        <p:sp>
          <p:nvSpPr>
            <p:cNvPr id="437" name="Oval 472"/>
            <p:cNvSpPr>
              <a:spLocks noChangeArrowheads="1"/>
            </p:cNvSpPr>
            <p:nvPr/>
          </p:nvSpPr>
          <p:spPr bwMode="gray">
            <a:xfrm>
              <a:off x="339726" y="2268841"/>
              <a:ext cx="95250" cy="93663"/>
            </a:xfrm>
            <a:prstGeom prst="ellipse">
              <a:avLst/>
            </a:prstGeom>
            <a:solidFill>
              <a:srgbClr val="FFFFFF"/>
            </a:solidFill>
            <a:ln w="31750">
              <a:solidFill>
                <a:srgbClr val="EB61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latinLnBrk="0"/>
              <a:endParaRPr kumimoji="1" lang="ko-KR" altLang="ko-KR" sz="1000" kern="0">
                <a:solidFill>
                  <a:srgbClr val="000000"/>
                </a:solidFill>
                <a:latin typeface="굴림" charset="-127"/>
                <a:ea typeface="굴림" charset="-127"/>
              </a:endParaRPr>
            </a:p>
          </p:txBody>
        </p:sp>
      </p:grpSp>
      <p:sp>
        <p:nvSpPr>
          <p:cNvPr id="509" name="오른쪽 화살표 508"/>
          <p:cNvSpPr/>
          <p:nvPr/>
        </p:nvSpPr>
        <p:spPr>
          <a:xfrm>
            <a:off x="-1259840" y="650240"/>
            <a:ext cx="1589193" cy="641494"/>
          </a:xfrm>
          <a:prstGeom prst="rightArrow">
            <a:avLst>
              <a:gd name="adj1" fmla="val 66680"/>
              <a:gd name="adj2" fmla="val 37661"/>
            </a:avLst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FFFF00"/>
                </a:solidFill>
              </a:rPr>
              <a:t>제목 </a:t>
            </a:r>
            <a:r>
              <a:rPr lang="en-US" altLang="ko-KR" b="1" dirty="0">
                <a:solidFill>
                  <a:srgbClr val="FFFF00"/>
                </a:solidFill>
              </a:rPr>
              <a:t>1</a:t>
            </a:r>
            <a:r>
              <a:rPr lang="ko-KR" altLang="en-US" b="1" dirty="0">
                <a:solidFill>
                  <a:srgbClr val="FFFF00"/>
                </a:solidFill>
              </a:rPr>
              <a:t>줄</a:t>
            </a:r>
          </a:p>
        </p:txBody>
      </p:sp>
      <p:grpSp>
        <p:nvGrpSpPr>
          <p:cNvPr id="13" name="그룹 12"/>
          <p:cNvGrpSpPr/>
          <p:nvPr/>
        </p:nvGrpSpPr>
        <p:grpSpPr>
          <a:xfrm>
            <a:off x="5287962" y="1221822"/>
            <a:ext cx="1230644" cy="198000"/>
            <a:chOff x="5287962" y="1441732"/>
            <a:chExt cx="1230644" cy="198000"/>
          </a:xfrm>
        </p:grpSpPr>
        <p:sp>
          <p:nvSpPr>
            <p:cNvPr id="14" name="Rectangle 258"/>
            <p:cNvSpPr>
              <a:spLocks noChangeArrowheads="1"/>
            </p:cNvSpPr>
            <p:nvPr/>
          </p:nvSpPr>
          <p:spPr bwMode="gray">
            <a:xfrm>
              <a:off x="5287962" y="1441732"/>
              <a:ext cx="1230644" cy="198000"/>
            </a:xfrm>
            <a:prstGeom prst="round2SameRect">
              <a:avLst>
                <a:gd name="adj1" fmla="val 30467"/>
                <a:gd name="adj2" fmla="val 0"/>
              </a:avLst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  <p:sp>
          <p:nvSpPr>
            <p:cNvPr id="15" name="직사각형 14"/>
            <p:cNvSpPr/>
            <p:nvPr/>
          </p:nvSpPr>
          <p:spPr bwMode="gray">
            <a:xfrm>
              <a:off x="5360423" y="1471482"/>
              <a:ext cx="645690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요구사항번호</a:t>
              </a:r>
              <a:r>
                <a:rPr kumimoji="0" lang="en-US" altLang="ko-KR" sz="900" b="0" i="0" u="none" strike="noStrike" kern="1200" cap="none" spc="-30" normalizeH="0" baseline="0" noProof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: </a:t>
              </a:r>
              <a:endParaRPr kumimoji="0" lang="en-US" altLang="ko-KR" sz="900" b="0" i="0" u="none" strike="noStrike" kern="1200" cap="none" spc="-3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sp>
          <p:nvSpPr>
            <p:cNvPr id="16" name="직사각형 15"/>
            <p:cNvSpPr/>
            <p:nvPr/>
          </p:nvSpPr>
          <p:spPr bwMode="gray">
            <a:xfrm>
              <a:off x="6008448" y="1471482"/>
              <a:ext cx="422553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 dirty="0" smtClean="0">
                  <a:solidFill>
                    <a:prstClr val="black"/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PMR-02</a:t>
              </a:r>
              <a:endParaRPr kumimoji="0" lang="en-US" altLang="ko-KR" sz="900" b="0" i="0" u="none" strike="noStrike" kern="1200" cap="none" spc="-3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0455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Box 8"/>
          <p:cNvSpPr txBox="1">
            <a:spLocks noChangeArrowheads="1"/>
          </p:cNvSpPr>
          <p:nvPr/>
        </p:nvSpPr>
        <p:spPr bwMode="gray">
          <a:xfrm>
            <a:off x="333376" y="1205604"/>
            <a:ext cx="6121400" cy="194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just" latinLnBrk="0">
              <a:lnSpc>
                <a:spcPct val="110000"/>
              </a:lnSpc>
              <a:defRPr sz="1200" b="0" spc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pPr algn="l"/>
            <a:r>
              <a:rPr lang="ko-KR" altLang="en-US" dirty="0" err="1">
                <a:ln>
                  <a:noFill/>
                </a:ln>
              </a:rPr>
              <a:t>리딩</a:t>
            </a:r>
            <a:r>
              <a:rPr lang="ko-KR" altLang="en-US" dirty="0">
                <a:ln>
                  <a:noFill/>
                </a:ln>
              </a:rPr>
              <a:t> </a:t>
            </a:r>
            <a:r>
              <a:rPr lang="en-US" altLang="ko-KR" dirty="0">
                <a:ln>
                  <a:noFill/>
                </a:ln>
              </a:rPr>
              <a:t>1</a:t>
            </a:r>
            <a:r>
              <a:rPr lang="ko-KR" altLang="en-US" dirty="0">
                <a:ln>
                  <a:noFill/>
                </a:ln>
              </a:rPr>
              <a:t>줄 </a:t>
            </a:r>
            <a:r>
              <a:rPr lang="en-US" altLang="ko-KR" dirty="0">
                <a:ln>
                  <a:noFill/>
                </a:ln>
              </a:rPr>
              <a:t>) </a:t>
            </a:r>
            <a:r>
              <a:rPr lang="ko-KR" altLang="en-US" dirty="0">
                <a:ln>
                  <a:noFill/>
                </a:ln>
              </a:rPr>
              <a:t>글꼴에서 한글글꼴은 </a:t>
            </a:r>
            <a:r>
              <a:rPr lang="en-US" altLang="ko-KR" dirty="0" err="1">
                <a:ln>
                  <a:noFill/>
                </a:ln>
              </a:rPr>
              <a:t>KoPub</a:t>
            </a:r>
            <a:r>
              <a:rPr lang="en-US" altLang="ko-KR" dirty="0">
                <a:ln>
                  <a:noFill/>
                </a:ln>
              </a:rPr>
              <a:t> </a:t>
            </a:r>
            <a:r>
              <a:rPr lang="ko-KR" altLang="en-US" dirty="0">
                <a:ln>
                  <a:noFill/>
                </a:ln>
              </a:rPr>
              <a:t>돋움체 </a:t>
            </a:r>
            <a:r>
              <a:rPr lang="en-US" altLang="ko-KR" dirty="0">
                <a:ln>
                  <a:noFill/>
                </a:ln>
              </a:rPr>
              <a:t>Medium 12pt</a:t>
            </a:r>
            <a:r>
              <a:rPr lang="ko-KR" altLang="en-US" dirty="0">
                <a:ln>
                  <a:noFill/>
                </a:ln>
              </a:rPr>
              <a:t> </a:t>
            </a:r>
            <a:r>
              <a:rPr lang="ko-KR" altLang="en-US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키워드는 </a:t>
            </a:r>
            <a:r>
              <a:rPr lang="en-US" altLang="ko-KR" dirty="0" err="1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KoPub</a:t>
            </a:r>
            <a:r>
              <a:rPr lang="en-US" altLang="ko-KR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돋움체 </a:t>
            </a:r>
            <a:r>
              <a:rPr lang="en-US" altLang="ko-KR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Bold</a:t>
            </a:r>
          </a:p>
        </p:txBody>
      </p:sp>
      <p:sp>
        <p:nvSpPr>
          <p:cNvPr id="72" name="Text Box 5"/>
          <p:cNvSpPr txBox="1">
            <a:spLocks noChangeArrowheads="1"/>
          </p:cNvSpPr>
          <p:nvPr/>
        </p:nvSpPr>
        <p:spPr bwMode="auto">
          <a:xfrm>
            <a:off x="333376" y="568206"/>
            <a:ext cx="619125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r" defTabSz="914284" latinLnBrk="0">
              <a:defRPr kumimoji="0" sz="800" b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742950" indent="-285750" eaLnBrk="0" hangingPunct="0">
              <a:defRPr kumimoji="1" b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9pPr>
          </a:lstStyle>
          <a:p>
            <a:r>
              <a:rPr lang="en-US" altLang="ko-KR" dirty="0">
                <a:ln>
                  <a:noFill/>
                </a:ln>
              </a:rPr>
              <a:t>1. </a:t>
            </a:r>
            <a:r>
              <a:rPr lang="ko-KR" altLang="en-US" dirty="0">
                <a:ln>
                  <a:noFill/>
                </a:ln>
              </a:rPr>
              <a:t>페이지제목 </a:t>
            </a:r>
            <a:r>
              <a:rPr lang="en-US" altLang="ko-KR" dirty="0">
                <a:ln>
                  <a:noFill/>
                </a:ln>
              </a:rPr>
              <a:t>A &gt; 1.1</a:t>
            </a:r>
            <a:r>
              <a:rPr lang="ko-KR" altLang="en-US" dirty="0">
                <a:ln>
                  <a:noFill/>
                </a:ln>
              </a:rPr>
              <a:t> 페이지제목 </a:t>
            </a:r>
            <a:r>
              <a:rPr lang="en-US" altLang="ko-KR" dirty="0">
                <a:ln>
                  <a:noFill/>
                </a:ln>
              </a:rPr>
              <a:t>B &gt; 1.1.1 </a:t>
            </a:r>
            <a:r>
              <a:rPr lang="ko-KR" altLang="en-US" dirty="0">
                <a:ln>
                  <a:noFill/>
                </a:ln>
              </a:rPr>
              <a:t>페이지제목 </a:t>
            </a:r>
            <a:r>
              <a:rPr lang="en-US" altLang="ko-KR" dirty="0">
                <a:ln>
                  <a:noFill/>
                </a:ln>
              </a:rPr>
              <a:t>C</a:t>
            </a:r>
          </a:p>
        </p:txBody>
      </p:sp>
      <p:sp>
        <p:nvSpPr>
          <p:cNvPr id="73" name="Text Box 10"/>
          <p:cNvSpPr txBox="1">
            <a:spLocks noChangeArrowheads="1"/>
          </p:cNvSpPr>
          <p:nvPr/>
        </p:nvSpPr>
        <p:spPr bwMode="gray">
          <a:xfrm>
            <a:off x="333376" y="782042"/>
            <a:ext cx="6184697" cy="314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latinLnBrk="0">
              <a:lnSpc>
                <a:spcPct val="140000"/>
              </a:lnSpc>
              <a:defRPr kumimoji="1" sz="1600" b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 eaLnBrk="0" hangingPunct="0">
              <a:defRPr kumimoji="1" b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9pPr>
          </a:lstStyle>
          <a:p>
            <a:r>
              <a:rPr lang="en-US" altLang="ko-KR" dirty="0">
                <a:ln>
                  <a:noFill/>
                </a:ln>
              </a:rPr>
              <a:t>1.1.1.1 </a:t>
            </a:r>
            <a:r>
              <a:rPr lang="ko-KR" altLang="en-US" dirty="0">
                <a:ln>
                  <a:noFill/>
                </a:ln>
              </a:rPr>
              <a:t>페이지제목 </a:t>
            </a:r>
            <a:r>
              <a:rPr lang="en-US" altLang="ko-KR" dirty="0">
                <a:ln>
                  <a:noFill/>
                </a:ln>
              </a:rPr>
              <a:t>D (</a:t>
            </a:r>
            <a:r>
              <a:rPr lang="en-US" altLang="ko-KR" dirty="0" err="1">
                <a:ln>
                  <a:noFill/>
                </a:ln>
              </a:rPr>
              <a:t>KoPub</a:t>
            </a:r>
            <a:r>
              <a:rPr lang="en-US" altLang="ko-KR" dirty="0">
                <a:ln>
                  <a:noFill/>
                </a:ln>
              </a:rPr>
              <a:t> </a:t>
            </a:r>
            <a:r>
              <a:rPr lang="ko-KR" altLang="en-US" dirty="0">
                <a:ln>
                  <a:noFill/>
                </a:ln>
              </a:rPr>
              <a:t>돋움체 </a:t>
            </a:r>
            <a:r>
              <a:rPr lang="en-US" altLang="ko-KR" dirty="0">
                <a:ln>
                  <a:noFill/>
                </a:ln>
              </a:rPr>
              <a:t>Bold 16pt)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335557" y="1762596"/>
            <a:ext cx="6189067" cy="7583016"/>
            <a:chOff x="335557" y="1762596"/>
            <a:chExt cx="6189067" cy="7583016"/>
          </a:xfrm>
        </p:grpSpPr>
        <p:grpSp>
          <p:nvGrpSpPr>
            <p:cNvPr id="268" name="그룹 267"/>
            <p:cNvGrpSpPr/>
            <p:nvPr/>
          </p:nvGrpSpPr>
          <p:grpSpPr>
            <a:xfrm>
              <a:off x="336651" y="2130937"/>
              <a:ext cx="6184698" cy="7214675"/>
              <a:chOff x="336651" y="2130937"/>
              <a:chExt cx="6184698" cy="7214675"/>
            </a:xfrm>
          </p:grpSpPr>
          <p:sp>
            <p:nvSpPr>
              <p:cNvPr id="247" name="직사각형 246"/>
              <p:cNvSpPr/>
              <p:nvPr/>
            </p:nvSpPr>
            <p:spPr>
              <a:xfrm>
                <a:off x="336651" y="2383351"/>
                <a:ext cx="6184698" cy="6962261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248" name="직사각형 247"/>
              <p:cNvSpPr/>
              <p:nvPr/>
            </p:nvSpPr>
            <p:spPr>
              <a:xfrm>
                <a:off x="336651" y="2130937"/>
                <a:ext cx="6184698" cy="7214675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249" name="그룹 248"/>
            <p:cNvGrpSpPr/>
            <p:nvPr/>
          </p:nvGrpSpPr>
          <p:grpSpPr>
            <a:xfrm>
              <a:off x="335557" y="1762596"/>
              <a:ext cx="6189067" cy="200055"/>
              <a:chOff x="335557" y="2352632"/>
              <a:chExt cx="6189067" cy="200055"/>
            </a:xfrm>
          </p:grpSpPr>
          <p:sp>
            <p:nvSpPr>
              <p:cNvPr id="250" name="모서리가 둥근 직사각형 249"/>
              <p:cNvSpPr/>
              <p:nvPr/>
            </p:nvSpPr>
            <p:spPr>
              <a:xfrm>
                <a:off x="476671" y="2370667"/>
                <a:ext cx="6047953" cy="163984"/>
              </a:xfrm>
              <a:prstGeom prst="roundRect">
                <a:avLst>
                  <a:gd name="adj" fmla="val 0"/>
                </a:avLst>
              </a:prstGeom>
              <a:pattFill prst="ltUp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6350" cap="sq">
                <a:noFill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100" b="1" spc="-30" dirty="0">
                  <a:solidFill>
                    <a:srgbClr val="06418A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Arial" charset="0"/>
                </a:endParaRPr>
              </a:p>
            </p:txBody>
          </p:sp>
          <p:sp>
            <p:nvSpPr>
              <p:cNvPr id="251" name="Rectangle 6"/>
              <p:cNvSpPr>
                <a:spLocks noChangeArrowheads="1"/>
              </p:cNvSpPr>
              <p:nvPr/>
            </p:nvSpPr>
            <p:spPr bwMode="gray">
              <a:xfrm>
                <a:off x="335557" y="2352632"/>
                <a:ext cx="2160331" cy="200055"/>
              </a:xfrm>
              <a:prstGeom prst="rect">
                <a:avLst/>
              </a:prstGeom>
              <a:solidFill>
                <a:schemeClr val="bg1"/>
              </a:solidFill>
              <a:extLst/>
            </p:spPr>
            <p:txBody>
              <a:bodyPr wrap="none" lIns="0" tIns="0" rIns="36000" bIns="0" rtlCol="0" anchor="ctr">
                <a:spAutoFit/>
              </a:bodyPr>
              <a:lstStyle/>
              <a:p>
                <a:pPr fontAlgn="base" latinLnBrk="0">
                  <a:spcBef>
                    <a:spcPct val="0"/>
                  </a:spcBef>
                </a:pPr>
                <a:r>
                  <a:rPr kumimoji="1" lang="ko-KR" altLang="en-US" sz="1300" dirty="0"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Sharp Sans No1 Bold" pitchFamily="50" charset="0"/>
                  </a:rPr>
                  <a:t>중간바 </a:t>
                </a:r>
                <a:r>
                  <a:rPr kumimoji="1" lang="en-US" altLang="ko-KR" sz="1300" dirty="0"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Sharp Sans No1 Bold" pitchFamily="50" charset="0"/>
                  </a:rPr>
                  <a:t>(</a:t>
                </a:r>
                <a:r>
                  <a:rPr kumimoji="1" lang="en-US" altLang="ko-KR" sz="1300" dirty="0" err="1"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Sharp Sans No1 Bold" pitchFamily="50" charset="0"/>
                  </a:rPr>
                  <a:t>KoPub</a:t>
                </a:r>
                <a:r>
                  <a:rPr kumimoji="1" lang="ko-KR" altLang="en-US" sz="1300" dirty="0"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Sharp Sans No1 Bold" pitchFamily="50" charset="0"/>
                  </a:rPr>
                  <a:t>돋움체 </a:t>
                </a:r>
                <a:r>
                  <a:rPr kumimoji="1" lang="en-US" altLang="ko-KR" sz="1300" dirty="0"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Sharp Sans No1 Bold" pitchFamily="50" charset="0"/>
                  </a:rPr>
                  <a:t>Bold 13)</a:t>
                </a:r>
              </a:p>
            </p:txBody>
          </p:sp>
        </p:grpSp>
        <p:grpSp>
          <p:nvGrpSpPr>
            <p:cNvPr id="252" name="그룹 251"/>
            <p:cNvGrpSpPr/>
            <p:nvPr/>
          </p:nvGrpSpPr>
          <p:grpSpPr>
            <a:xfrm>
              <a:off x="346076" y="2096713"/>
              <a:ext cx="2267275" cy="194349"/>
              <a:chOff x="339726" y="2214106"/>
              <a:chExt cx="2267275" cy="194349"/>
            </a:xfrm>
          </p:grpSpPr>
          <p:sp>
            <p:nvSpPr>
              <p:cNvPr id="253" name="Text Box 79"/>
              <p:cNvSpPr txBox="1">
                <a:spLocks noChangeArrowheads="1"/>
              </p:cNvSpPr>
              <p:nvPr/>
            </p:nvSpPr>
            <p:spPr bwMode="gray">
              <a:xfrm>
                <a:off x="507067" y="2214106"/>
                <a:ext cx="2099934" cy="194349"/>
              </a:xfrm>
              <a:prstGeom prst="rect">
                <a:avLst/>
              </a:prstGeom>
              <a:noFill/>
              <a:extLst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latinLnBrk="0">
                  <a:lnSpc>
                    <a:spcPct val="110000"/>
                  </a:lnSpc>
                  <a:spcAft>
                    <a:spcPts val="0"/>
                  </a:spcAft>
                  <a:defRPr sz="2000" spc="-70">
                    <a:ln>
                      <a:solidFill>
                        <a:srgbClr val="8FD2F7">
                          <a:alpha val="0"/>
                        </a:srgb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Sharp Sans No1 Bold" pitchFamily="50" charset="0"/>
                  </a:defRPr>
                </a:lvl1pPr>
              </a:lstStyle>
              <a:p>
                <a:r>
                  <a:rPr lang="ko-KR" altLang="en-US" sz="1200" spc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cs typeface="Segoe UI" panose="020B0502040204020203" pitchFamily="34" charset="0"/>
                  </a:rPr>
                  <a:t>소제목바</a:t>
                </a:r>
                <a:r>
                  <a:rPr lang="ko-KR" altLang="en-US" sz="1200" spc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cs typeface="Segoe UI" panose="020B0502040204020203" pitchFamily="34" charset="0"/>
                  </a:rPr>
                  <a:t> </a:t>
                </a:r>
                <a:r>
                  <a:rPr lang="en-US" altLang="ko-KR" sz="1200" spc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cs typeface="Segoe UI" panose="020B0502040204020203" pitchFamily="34" charset="0"/>
                  </a:rPr>
                  <a:t>(</a:t>
                </a:r>
                <a:r>
                  <a:rPr lang="en-US" altLang="ko-KR" sz="1200" spc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cs typeface="Segoe UI" panose="020B0502040204020203" pitchFamily="34" charset="0"/>
                  </a:rPr>
                  <a:t>KoPub</a:t>
                </a:r>
                <a:r>
                  <a:rPr lang="ko-KR" altLang="en-US" sz="1200" spc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cs typeface="Segoe UI" panose="020B0502040204020203" pitchFamily="34" charset="0"/>
                  </a:rPr>
                  <a:t>돋움체 </a:t>
                </a:r>
                <a:r>
                  <a:rPr lang="en-US" altLang="ko-KR" sz="1200" spc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cs typeface="Segoe UI" panose="020B0502040204020203" pitchFamily="34" charset="0"/>
                  </a:rPr>
                  <a:t>Bold 12)</a:t>
                </a:r>
              </a:p>
            </p:txBody>
          </p:sp>
          <p:sp>
            <p:nvSpPr>
              <p:cNvPr id="254" name="Oval 472"/>
              <p:cNvSpPr>
                <a:spLocks noChangeArrowheads="1"/>
              </p:cNvSpPr>
              <p:nvPr/>
            </p:nvSpPr>
            <p:spPr bwMode="gray">
              <a:xfrm>
                <a:off x="339726" y="2268841"/>
                <a:ext cx="95250" cy="93663"/>
              </a:xfrm>
              <a:prstGeom prst="ellipse">
                <a:avLst/>
              </a:prstGeom>
              <a:solidFill>
                <a:srgbClr val="FFFFFF"/>
              </a:solidFill>
              <a:ln w="31750">
                <a:solidFill>
                  <a:srgbClr val="EB61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0"/>
                <a:endParaRPr kumimoji="1" lang="ko-KR" altLang="ko-KR" sz="1000" kern="0">
                  <a:solidFill>
                    <a:srgbClr val="000000"/>
                  </a:solidFill>
                  <a:latin typeface="굴림" charset="-127"/>
                  <a:ea typeface="굴림" charset="-127"/>
                </a:endParaRPr>
              </a:p>
            </p:txBody>
          </p:sp>
        </p:grpSp>
      </p:grpSp>
      <p:grpSp>
        <p:nvGrpSpPr>
          <p:cNvPr id="19" name="그룹 18"/>
          <p:cNvGrpSpPr/>
          <p:nvPr/>
        </p:nvGrpSpPr>
        <p:grpSpPr>
          <a:xfrm>
            <a:off x="5287962" y="1579010"/>
            <a:ext cx="1230644" cy="198000"/>
            <a:chOff x="5287962" y="1441732"/>
            <a:chExt cx="1230644" cy="198000"/>
          </a:xfrm>
        </p:grpSpPr>
        <p:sp>
          <p:nvSpPr>
            <p:cNvPr id="20" name="Rectangle 258"/>
            <p:cNvSpPr>
              <a:spLocks noChangeArrowheads="1"/>
            </p:cNvSpPr>
            <p:nvPr/>
          </p:nvSpPr>
          <p:spPr bwMode="gray">
            <a:xfrm>
              <a:off x="5287962" y="1441732"/>
              <a:ext cx="1230644" cy="198000"/>
            </a:xfrm>
            <a:prstGeom prst="round2SameRect">
              <a:avLst>
                <a:gd name="adj1" fmla="val 30467"/>
                <a:gd name="adj2" fmla="val 0"/>
              </a:avLst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  <p:sp>
          <p:nvSpPr>
            <p:cNvPr id="21" name="직사각형 20"/>
            <p:cNvSpPr/>
            <p:nvPr/>
          </p:nvSpPr>
          <p:spPr bwMode="gray">
            <a:xfrm>
              <a:off x="5360423" y="1471482"/>
              <a:ext cx="645690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요구사항번호</a:t>
              </a:r>
              <a:r>
                <a:rPr kumimoji="0" lang="en-US" altLang="ko-KR" sz="900" b="0" i="0" u="none" strike="noStrike" kern="1200" cap="none" spc="-30" normalizeH="0" baseline="0" noProof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: </a:t>
              </a:r>
              <a:endParaRPr kumimoji="0" lang="en-US" altLang="ko-KR" sz="900" b="0" i="0" u="none" strike="noStrike" kern="1200" cap="none" spc="-3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sp>
          <p:nvSpPr>
            <p:cNvPr id="22" name="직사각형 21"/>
            <p:cNvSpPr/>
            <p:nvPr/>
          </p:nvSpPr>
          <p:spPr bwMode="gray">
            <a:xfrm>
              <a:off x="6008448" y="1471482"/>
              <a:ext cx="422553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 dirty="0" smtClean="0">
                  <a:solidFill>
                    <a:prstClr val="black"/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PMR-02</a:t>
              </a:r>
              <a:endParaRPr kumimoji="0" lang="en-US" altLang="ko-KR" sz="900" b="0" i="0" u="none" strike="noStrike" kern="1200" cap="none" spc="-3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0131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Box 8"/>
          <p:cNvSpPr txBox="1">
            <a:spLocks noChangeArrowheads="1"/>
          </p:cNvSpPr>
          <p:nvPr/>
        </p:nvSpPr>
        <p:spPr bwMode="gray">
          <a:xfrm>
            <a:off x="333376" y="1205604"/>
            <a:ext cx="6121400" cy="194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just" latinLnBrk="0">
              <a:lnSpc>
                <a:spcPct val="110000"/>
              </a:lnSpc>
              <a:defRPr sz="1200" b="0" spc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pPr algn="l"/>
            <a:r>
              <a:rPr lang="ko-KR" altLang="en-US" dirty="0" err="1">
                <a:ln>
                  <a:noFill/>
                </a:ln>
              </a:rPr>
              <a:t>리딩</a:t>
            </a:r>
            <a:r>
              <a:rPr lang="ko-KR" altLang="en-US" dirty="0">
                <a:ln>
                  <a:noFill/>
                </a:ln>
              </a:rPr>
              <a:t> </a:t>
            </a:r>
            <a:r>
              <a:rPr lang="en-US" altLang="ko-KR" dirty="0">
                <a:ln>
                  <a:noFill/>
                </a:ln>
              </a:rPr>
              <a:t>1</a:t>
            </a:r>
            <a:r>
              <a:rPr lang="ko-KR" altLang="en-US" dirty="0">
                <a:ln>
                  <a:noFill/>
                </a:ln>
              </a:rPr>
              <a:t>줄 </a:t>
            </a:r>
            <a:r>
              <a:rPr lang="en-US" altLang="ko-KR" dirty="0">
                <a:ln>
                  <a:noFill/>
                </a:ln>
              </a:rPr>
              <a:t>) </a:t>
            </a:r>
            <a:r>
              <a:rPr lang="ko-KR" altLang="en-US" dirty="0">
                <a:ln>
                  <a:noFill/>
                </a:ln>
              </a:rPr>
              <a:t>글꼴에서 한글글꼴은 </a:t>
            </a:r>
            <a:r>
              <a:rPr lang="en-US" altLang="ko-KR" dirty="0" err="1">
                <a:ln>
                  <a:noFill/>
                </a:ln>
              </a:rPr>
              <a:t>KoPub</a:t>
            </a:r>
            <a:r>
              <a:rPr lang="en-US" altLang="ko-KR" dirty="0">
                <a:ln>
                  <a:noFill/>
                </a:ln>
              </a:rPr>
              <a:t> </a:t>
            </a:r>
            <a:r>
              <a:rPr lang="ko-KR" altLang="en-US" dirty="0">
                <a:ln>
                  <a:noFill/>
                </a:ln>
              </a:rPr>
              <a:t>돋움체 </a:t>
            </a:r>
            <a:r>
              <a:rPr lang="en-US" altLang="ko-KR" dirty="0">
                <a:ln>
                  <a:noFill/>
                </a:ln>
              </a:rPr>
              <a:t>Medium 12pt</a:t>
            </a:r>
            <a:r>
              <a:rPr lang="ko-KR" altLang="en-US" dirty="0">
                <a:ln>
                  <a:noFill/>
                </a:ln>
              </a:rPr>
              <a:t> </a:t>
            </a:r>
            <a:r>
              <a:rPr lang="ko-KR" altLang="en-US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키워드는 </a:t>
            </a:r>
            <a:r>
              <a:rPr lang="en-US" altLang="ko-KR" dirty="0" err="1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KoPub</a:t>
            </a:r>
            <a:r>
              <a:rPr lang="en-US" altLang="ko-KR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돋움체 </a:t>
            </a:r>
            <a:r>
              <a:rPr lang="en-US" altLang="ko-KR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Bold</a:t>
            </a:r>
          </a:p>
        </p:txBody>
      </p:sp>
      <p:sp>
        <p:nvSpPr>
          <p:cNvPr id="72" name="Text Box 5"/>
          <p:cNvSpPr txBox="1">
            <a:spLocks noChangeArrowheads="1"/>
          </p:cNvSpPr>
          <p:nvPr/>
        </p:nvSpPr>
        <p:spPr bwMode="auto">
          <a:xfrm>
            <a:off x="333376" y="568206"/>
            <a:ext cx="619125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r" defTabSz="914284" latinLnBrk="0">
              <a:defRPr kumimoji="0" sz="800" b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742950" indent="-285750" eaLnBrk="0" hangingPunct="0">
              <a:defRPr kumimoji="1" b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9pPr>
          </a:lstStyle>
          <a:p>
            <a:r>
              <a:rPr lang="en-US" altLang="ko-KR" dirty="0">
                <a:ln>
                  <a:noFill/>
                </a:ln>
              </a:rPr>
              <a:t>1. </a:t>
            </a:r>
            <a:r>
              <a:rPr lang="ko-KR" altLang="en-US" dirty="0">
                <a:ln>
                  <a:noFill/>
                </a:ln>
              </a:rPr>
              <a:t>페이지제목 </a:t>
            </a:r>
            <a:r>
              <a:rPr lang="en-US" altLang="ko-KR" dirty="0">
                <a:ln>
                  <a:noFill/>
                </a:ln>
              </a:rPr>
              <a:t>A &gt; 1.1</a:t>
            </a:r>
            <a:r>
              <a:rPr lang="ko-KR" altLang="en-US" dirty="0">
                <a:ln>
                  <a:noFill/>
                </a:ln>
              </a:rPr>
              <a:t> 페이지제목 </a:t>
            </a:r>
            <a:r>
              <a:rPr lang="en-US" altLang="ko-KR" dirty="0">
                <a:ln>
                  <a:noFill/>
                </a:ln>
              </a:rPr>
              <a:t>B &gt; 1.1.1 </a:t>
            </a:r>
            <a:r>
              <a:rPr lang="ko-KR" altLang="en-US" dirty="0">
                <a:ln>
                  <a:noFill/>
                </a:ln>
              </a:rPr>
              <a:t>페이지제목 </a:t>
            </a:r>
            <a:r>
              <a:rPr lang="en-US" altLang="ko-KR" dirty="0">
                <a:ln>
                  <a:noFill/>
                </a:ln>
              </a:rPr>
              <a:t>C</a:t>
            </a:r>
          </a:p>
        </p:txBody>
      </p:sp>
      <p:sp>
        <p:nvSpPr>
          <p:cNvPr id="73" name="Text Box 10"/>
          <p:cNvSpPr txBox="1">
            <a:spLocks noChangeArrowheads="1"/>
          </p:cNvSpPr>
          <p:nvPr/>
        </p:nvSpPr>
        <p:spPr bwMode="gray">
          <a:xfrm>
            <a:off x="333376" y="782042"/>
            <a:ext cx="6184697" cy="314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latinLnBrk="0">
              <a:lnSpc>
                <a:spcPct val="140000"/>
              </a:lnSpc>
              <a:defRPr kumimoji="1" sz="1600" b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 eaLnBrk="0" hangingPunct="0">
              <a:defRPr kumimoji="1" b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9pPr>
          </a:lstStyle>
          <a:p>
            <a:r>
              <a:rPr lang="en-US" altLang="ko-KR" dirty="0">
                <a:ln>
                  <a:noFill/>
                </a:ln>
              </a:rPr>
              <a:t>1.1.1.1 </a:t>
            </a:r>
            <a:r>
              <a:rPr lang="ko-KR" altLang="en-US" dirty="0">
                <a:ln>
                  <a:noFill/>
                </a:ln>
              </a:rPr>
              <a:t>페이지제목 </a:t>
            </a:r>
            <a:r>
              <a:rPr lang="en-US" altLang="ko-KR" dirty="0">
                <a:ln>
                  <a:noFill/>
                </a:ln>
              </a:rPr>
              <a:t>D (</a:t>
            </a:r>
            <a:r>
              <a:rPr lang="en-US" altLang="ko-KR" dirty="0" err="1">
                <a:ln>
                  <a:noFill/>
                </a:ln>
              </a:rPr>
              <a:t>KoPub</a:t>
            </a:r>
            <a:r>
              <a:rPr lang="en-US" altLang="ko-KR" dirty="0">
                <a:ln>
                  <a:noFill/>
                </a:ln>
              </a:rPr>
              <a:t> </a:t>
            </a:r>
            <a:r>
              <a:rPr lang="ko-KR" altLang="en-US" dirty="0">
                <a:ln>
                  <a:noFill/>
                </a:ln>
              </a:rPr>
              <a:t>돋움체 </a:t>
            </a:r>
            <a:r>
              <a:rPr lang="en-US" altLang="ko-KR" dirty="0">
                <a:ln>
                  <a:noFill/>
                </a:ln>
              </a:rPr>
              <a:t>Bold 16pt)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335557" y="1762596"/>
            <a:ext cx="6189067" cy="7583016"/>
            <a:chOff x="335557" y="1762596"/>
            <a:chExt cx="6189067" cy="7583016"/>
          </a:xfrm>
        </p:grpSpPr>
        <p:grpSp>
          <p:nvGrpSpPr>
            <p:cNvPr id="268" name="그룹 267"/>
            <p:cNvGrpSpPr/>
            <p:nvPr/>
          </p:nvGrpSpPr>
          <p:grpSpPr>
            <a:xfrm>
              <a:off x="336651" y="2130937"/>
              <a:ext cx="6184698" cy="7214675"/>
              <a:chOff x="336651" y="2130937"/>
              <a:chExt cx="6184698" cy="7214675"/>
            </a:xfrm>
          </p:grpSpPr>
          <p:sp>
            <p:nvSpPr>
              <p:cNvPr id="247" name="직사각형 246"/>
              <p:cNvSpPr/>
              <p:nvPr/>
            </p:nvSpPr>
            <p:spPr>
              <a:xfrm>
                <a:off x="336651" y="2383351"/>
                <a:ext cx="6184698" cy="6962261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248" name="직사각형 247"/>
              <p:cNvSpPr/>
              <p:nvPr/>
            </p:nvSpPr>
            <p:spPr>
              <a:xfrm>
                <a:off x="336651" y="2130937"/>
                <a:ext cx="6184698" cy="7214675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249" name="그룹 248"/>
            <p:cNvGrpSpPr/>
            <p:nvPr/>
          </p:nvGrpSpPr>
          <p:grpSpPr>
            <a:xfrm>
              <a:off x="335557" y="1762596"/>
              <a:ext cx="6189067" cy="200055"/>
              <a:chOff x="335557" y="2352632"/>
              <a:chExt cx="6189067" cy="200055"/>
            </a:xfrm>
          </p:grpSpPr>
          <p:sp>
            <p:nvSpPr>
              <p:cNvPr id="250" name="모서리가 둥근 직사각형 249"/>
              <p:cNvSpPr/>
              <p:nvPr/>
            </p:nvSpPr>
            <p:spPr>
              <a:xfrm>
                <a:off x="476671" y="2370667"/>
                <a:ext cx="6047953" cy="163984"/>
              </a:xfrm>
              <a:prstGeom prst="roundRect">
                <a:avLst>
                  <a:gd name="adj" fmla="val 0"/>
                </a:avLst>
              </a:prstGeom>
              <a:pattFill prst="ltUp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6350" cap="sq">
                <a:noFill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100" b="1" spc="-30" dirty="0">
                  <a:solidFill>
                    <a:srgbClr val="06418A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Arial" charset="0"/>
                </a:endParaRPr>
              </a:p>
            </p:txBody>
          </p:sp>
          <p:sp>
            <p:nvSpPr>
              <p:cNvPr id="251" name="Rectangle 6"/>
              <p:cNvSpPr>
                <a:spLocks noChangeArrowheads="1"/>
              </p:cNvSpPr>
              <p:nvPr/>
            </p:nvSpPr>
            <p:spPr bwMode="gray">
              <a:xfrm>
                <a:off x="335557" y="2352632"/>
                <a:ext cx="2160331" cy="200055"/>
              </a:xfrm>
              <a:prstGeom prst="rect">
                <a:avLst/>
              </a:prstGeom>
              <a:solidFill>
                <a:schemeClr val="bg1"/>
              </a:solidFill>
              <a:extLst/>
            </p:spPr>
            <p:txBody>
              <a:bodyPr wrap="none" lIns="0" tIns="0" rIns="36000" bIns="0" rtlCol="0" anchor="ctr">
                <a:spAutoFit/>
              </a:bodyPr>
              <a:lstStyle/>
              <a:p>
                <a:pPr fontAlgn="base" latinLnBrk="0">
                  <a:spcBef>
                    <a:spcPct val="0"/>
                  </a:spcBef>
                </a:pPr>
                <a:r>
                  <a:rPr kumimoji="1" lang="ko-KR" altLang="en-US" sz="1300" dirty="0"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Sharp Sans No1 Bold" pitchFamily="50" charset="0"/>
                  </a:rPr>
                  <a:t>중간바 </a:t>
                </a:r>
                <a:r>
                  <a:rPr kumimoji="1" lang="en-US" altLang="ko-KR" sz="1300" dirty="0"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Sharp Sans No1 Bold" pitchFamily="50" charset="0"/>
                  </a:rPr>
                  <a:t>(</a:t>
                </a:r>
                <a:r>
                  <a:rPr kumimoji="1" lang="en-US" altLang="ko-KR" sz="1300" dirty="0" err="1"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Sharp Sans No1 Bold" pitchFamily="50" charset="0"/>
                  </a:rPr>
                  <a:t>KoPub</a:t>
                </a:r>
                <a:r>
                  <a:rPr kumimoji="1" lang="ko-KR" altLang="en-US" sz="1300" dirty="0"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Sharp Sans No1 Bold" pitchFamily="50" charset="0"/>
                  </a:rPr>
                  <a:t>돋움체 </a:t>
                </a:r>
                <a:r>
                  <a:rPr kumimoji="1" lang="en-US" altLang="ko-KR" sz="1300" dirty="0"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Sharp Sans No1 Bold" pitchFamily="50" charset="0"/>
                  </a:rPr>
                  <a:t>Bold 13)</a:t>
                </a:r>
              </a:p>
            </p:txBody>
          </p:sp>
        </p:grpSp>
        <p:grpSp>
          <p:nvGrpSpPr>
            <p:cNvPr id="252" name="그룹 251"/>
            <p:cNvGrpSpPr/>
            <p:nvPr/>
          </p:nvGrpSpPr>
          <p:grpSpPr>
            <a:xfrm>
              <a:off x="346076" y="2096713"/>
              <a:ext cx="2267275" cy="194349"/>
              <a:chOff x="339726" y="2214106"/>
              <a:chExt cx="2267275" cy="194349"/>
            </a:xfrm>
          </p:grpSpPr>
          <p:sp>
            <p:nvSpPr>
              <p:cNvPr id="253" name="Text Box 79"/>
              <p:cNvSpPr txBox="1">
                <a:spLocks noChangeArrowheads="1"/>
              </p:cNvSpPr>
              <p:nvPr/>
            </p:nvSpPr>
            <p:spPr bwMode="gray">
              <a:xfrm>
                <a:off x="507067" y="2214106"/>
                <a:ext cx="2099934" cy="194349"/>
              </a:xfrm>
              <a:prstGeom prst="rect">
                <a:avLst/>
              </a:prstGeom>
              <a:noFill/>
              <a:extLst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latinLnBrk="0">
                  <a:lnSpc>
                    <a:spcPct val="110000"/>
                  </a:lnSpc>
                  <a:spcAft>
                    <a:spcPts val="0"/>
                  </a:spcAft>
                  <a:defRPr sz="2000" spc="-70">
                    <a:ln>
                      <a:solidFill>
                        <a:srgbClr val="8FD2F7">
                          <a:alpha val="0"/>
                        </a:srgb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Sharp Sans No1 Bold" pitchFamily="50" charset="0"/>
                  </a:defRPr>
                </a:lvl1pPr>
              </a:lstStyle>
              <a:p>
                <a:r>
                  <a:rPr lang="ko-KR" altLang="en-US" sz="1200" spc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cs typeface="Segoe UI" panose="020B0502040204020203" pitchFamily="34" charset="0"/>
                  </a:rPr>
                  <a:t>소제목바</a:t>
                </a:r>
                <a:r>
                  <a:rPr lang="ko-KR" altLang="en-US" sz="1200" spc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cs typeface="Segoe UI" panose="020B0502040204020203" pitchFamily="34" charset="0"/>
                  </a:rPr>
                  <a:t> </a:t>
                </a:r>
                <a:r>
                  <a:rPr lang="en-US" altLang="ko-KR" sz="1200" spc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cs typeface="Segoe UI" panose="020B0502040204020203" pitchFamily="34" charset="0"/>
                  </a:rPr>
                  <a:t>(</a:t>
                </a:r>
                <a:r>
                  <a:rPr lang="en-US" altLang="ko-KR" sz="1200" spc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cs typeface="Segoe UI" panose="020B0502040204020203" pitchFamily="34" charset="0"/>
                  </a:rPr>
                  <a:t>KoPub</a:t>
                </a:r>
                <a:r>
                  <a:rPr lang="ko-KR" altLang="en-US" sz="1200" spc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cs typeface="Segoe UI" panose="020B0502040204020203" pitchFamily="34" charset="0"/>
                  </a:rPr>
                  <a:t>돋움체 </a:t>
                </a:r>
                <a:r>
                  <a:rPr lang="en-US" altLang="ko-KR" sz="1200" spc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cs typeface="Segoe UI" panose="020B0502040204020203" pitchFamily="34" charset="0"/>
                  </a:rPr>
                  <a:t>Bold 12)</a:t>
                </a:r>
              </a:p>
            </p:txBody>
          </p:sp>
          <p:sp>
            <p:nvSpPr>
              <p:cNvPr id="254" name="Oval 472"/>
              <p:cNvSpPr>
                <a:spLocks noChangeArrowheads="1"/>
              </p:cNvSpPr>
              <p:nvPr/>
            </p:nvSpPr>
            <p:spPr bwMode="gray">
              <a:xfrm>
                <a:off x="339726" y="2268841"/>
                <a:ext cx="95250" cy="93663"/>
              </a:xfrm>
              <a:prstGeom prst="ellipse">
                <a:avLst/>
              </a:prstGeom>
              <a:solidFill>
                <a:srgbClr val="FFFFFF"/>
              </a:solidFill>
              <a:ln w="31750">
                <a:solidFill>
                  <a:srgbClr val="EB61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0"/>
                <a:endParaRPr kumimoji="1" lang="ko-KR" altLang="ko-KR" sz="1000" kern="0">
                  <a:solidFill>
                    <a:srgbClr val="000000"/>
                  </a:solidFill>
                  <a:latin typeface="굴림" charset="-127"/>
                  <a:ea typeface="굴림" charset="-127"/>
                </a:endParaRPr>
              </a:p>
            </p:txBody>
          </p:sp>
        </p:grpSp>
      </p:grpSp>
      <p:grpSp>
        <p:nvGrpSpPr>
          <p:cNvPr id="15" name="그룹 14"/>
          <p:cNvGrpSpPr/>
          <p:nvPr/>
        </p:nvGrpSpPr>
        <p:grpSpPr>
          <a:xfrm>
            <a:off x="5287962" y="1579010"/>
            <a:ext cx="1230644" cy="198000"/>
            <a:chOff x="5287962" y="1441732"/>
            <a:chExt cx="1230644" cy="198000"/>
          </a:xfrm>
        </p:grpSpPr>
        <p:sp>
          <p:nvSpPr>
            <p:cNvPr id="16" name="Rectangle 258"/>
            <p:cNvSpPr>
              <a:spLocks noChangeArrowheads="1"/>
            </p:cNvSpPr>
            <p:nvPr/>
          </p:nvSpPr>
          <p:spPr bwMode="gray">
            <a:xfrm>
              <a:off x="5287962" y="1441732"/>
              <a:ext cx="1230644" cy="198000"/>
            </a:xfrm>
            <a:prstGeom prst="round2SameRect">
              <a:avLst>
                <a:gd name="adj1" fmla="val 30467"/>
                <a:gd name="adj2" fmla="val 0"/>
              </a:avLst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  <p:sp>
          <p:nvSpPr>
            <p:cNvPr id="17" name="직사각형 16"/>
            <p:cNvSpPr/>
            <p:nvPr/>
          </p:nvSpPr>
          <p:spPr bwMode="gray">
            <a:xfrm>
              <a:off x="5360423" y="1471482"/>
              <a:ext cx="645690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요구사항번호</a:t>
              </a:r>
              <a:r>
                <a:rPr kumimoji="0" lang="en-US" altLang="ko-KR" sz="900" b="0" i="0" u="none" strike="noStrike" kern="1200" cap="none" spc="-30" normalizeH="0" baseline="0" noProof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: </a:t>
              </a:r>
              <a:endParaRPr kumimoji="0" lang="en-US" altLang="ko-KR" sz="900" b="0" i="0" u="none" strike="noStrike" kern="1200" cap="none" spc="-3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sp>
          <p:nvSpPr>
            <p:cNvPr id="18" name="직사각형 17"/>
            <p:cNvSpPr/>
            <p:nvPr/>
          </p:nvSpPr>
          <p:spPr bwMode="gray">
            <a:xfrm>
              <a:off x="6008448" y="1471482"/>
              <a:ext cx="422553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 dirty="0" smtClean="0">
                  <a:solidFill>
                    <a:prstClr val="black"/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PMR-02</a:t>
              </a:r>
              <a:endParaRPr kumimoji="0" lang="en-US" altLang="ko-KR" sz="900" b="0" i="0" u="none" strike="noStrike" kern="1200" cap="none" spc="-3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501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/>
          <p:cNvSpPr txBox="1">
            <a:spLocks noChangeArrowheads="1"/>
          </p:cNvSpPr>
          <p:nvPr/>
        </p:nvSpPr>
        <p:spPr bwMode="gray">
          <a:xfrm>
            <a:off x="333376" y="1205604"/>
            <a:ext cx="6121400" cy="406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just" latinLnBrk="0">
              <a:lnSpc>
                <a:spcPct val="110000"/>
              </a:lnSpc>
              <a:defRPr sz="1200" b="0" spc="-3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ko-KR" altLang="en-US" spc="0" dirty="0" err="1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리딩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줄 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글꼴에서 한글글꼴은 </a:t>
            </a:r>
            <a:r>
              <a:rPr lang="en-US" altLang="ko-KR" spc="0" dirty="0" err="1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KoPub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돋움체 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Medium 12pt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키워드는 </a:t>
            </a:r>
            <a:r>
              <a:rPr lang="en-US" altLang="ko-KR" spc="0" dirty="0" err="1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KoPub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돋움체 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Bold</a:t>
            </a:r>
            <a:b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</a:br>
            <a:r>
              <a:rPr lang="ko-KR" altLang="en-US" spc="0" dirty="0" err="1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리딩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줄 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글꼴에서 한글글꼴은 </a:t>
            </a:r>
            <a:r>
              <a:rPr lang="en-US" altLang="ko-KR" spc="0" dirty="0" err="1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KoPub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돋움체 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Medium 12pt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키워드는 </a:t>
            </a:r>
            <a:r>
              <a:rPr lang="en-US" altLang="ko-KR" spc="0" dirty="0" err="1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KoPub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돋움체 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Bold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333376" y="568206"/>
            <a:ext cx="619125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r" defTabSz="914284" latinLnBrk="0">
              <a:defRPr kumimoji="0" sz="800" b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742950" indent="-285750" eaLnBrk="0" hangingPunct="0">
              <a:defRPr kumimoji="1" b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9pPr>
          </a:lstStyle>
          <a:p>
            <a:r>
              <a:rPr lang="en-US" altLang="ko-KR" dirty="0">
                <a:ln>
                  <a:noFill/>
                </a:ln>
              </a:rPr>
              <a:t>1. </a:t>
            </a:r>
            <a:r>
              <a:rPr lang="ko-KR" altLang="en-US" dirty="0">
                <a:ln>
                  <a:noFill/>
                </a:ln>
              </a:rPr>
              <a:t>페이지제목 </a:t>
            </a:r>
            <a:r>
              <a:rPr lang="en-US" altLang="ko-KR" dirty="0">
                <a:ln>
                  <a:noFill/>
                </a:ln>
              </a:rPr>
              <a:t>A &gt; 1.1</a:t>
            </a:r>
            <a:r>
              <a:rPr lang="ko-KR" altLang="en-US" dirty="0">
                <a:ln>
                  <a:noFill/>
                </a:ln>
              </a:rPr>
              <a:t> 페이지제목 </a:t>
            </a:r>
            <a:r>
              <a:rPr lang="en-US" altLang="ko-KR" dirty="0">
                <a:ln>
                  <a:noFill/>
                </a:ln>
              </a:rPr>
              <a:t>B &gt; 1.1.1 </a:t>
            </a:r>
            <a:r>
              <a:rPr lang="ko-KR" altLang="en-US" dirty="0">
                <a:ln>
                  <a:noFill/>
                </a:ln>
              </a:rPr>
              <a:t>페이지제목 </a:t>
            </a:r>
            <a:r>
              <a:rPr lang="en-US" altLang="ko-KR" dirty="0">
                <a:ln>
                  <a:noFill/>
                </a:ln>
              </a:rPr>
              <a:t>C</a:t>
            </a: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gray">
          <a:xfrm>
            <a:off x="333376" y="782042"/>
            <a:ext cx="6184697" cy="314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latinLnBrk="0">
              <a:lnSpc>
                <a:spcPct val="140000"/>
              </a:lnSpc>
              <a:defRPr kumimoji="1" sz="1600" b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 eaLnBrk="0" hangingPunct="0">
              <a:defRPr kumimoji="1" b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9pPr>
          </a:lstStyle>
          <a:p>
            <a:r>
              <a:rPr lang="en-US" altLang="ko-KR" dirty="0">
                <a:ln>
                  <a:noFill/>
                </a:ln>
              </a:rPr>
              <a:t>1.1.1.1 </a:t>
            </a:r>
            <a:r>
              <a:rPr lang="ko-KR" altLang="en-US" dirty="0">
                <a:ln>
                  <a:noFill/>
                </a:ln>
              </a:rPr>
              <a:t>페이지제목 </a:t>
            </a:r>
            <a:r>
              <a:rPr lang="en-US" altLang="ko-KR" dirty="0">
                <a:ln>
                  <a:noFill/>
                </a:ln>
              </a:rPr>
              <a:t>D (</a:t>
            </a:r>
            <a:r>
              <a:rPr lang="en-US" altLang="ko-KR" dirty="0" err="1">
                <a:ln>
                  <a:noFill/>
                </a:ln>
              </a:rPr>
              <a:t>KoPub</a:t>
            </a:r>
            <a:r>
              <a:rPr lang="en-US" altLang="ko-KR" dirty="0">
                <a:ln>
                  <a:noFill/>
                </a:ln>
              </a:rPr>
              <a:t> </a:t>
            </a:r>
            <a:r>
              <a:rPr lang="ko-KR" altLang="en-US" dirty="0">
                <a:ln>
                  <a:noFill/>
                </a:ln>
              </a:rPr>
              <a:t>돋움체 </a:t>
            </a:r>
            <a:r>
              <a:rPr lang="en-US" altLang="ko-KR" dirty="0">
                <a:ln>
                  <a:noFill/>
                </a:ln>
              </a:rPr>
              <a:t>Bold 16pt)</a:t>
            </a:r>
          </a:p>
        </p:txBody>
      </p:sp>
      <p:grpSp>
        <p:nvGrpSpPr>
          <p:cNvPr id="151" name="그룹 150"/>
          <p:cNvGrpSpPr/>
          <p:nvPr/>
        </p:nvGrpSpPr>
        <p:grpSpPr>
          <a:xfrm>
            <a:off x="336651" y="2335275"/>
            <a:ext cx="6184698" cy="7014443"/>
            <a:chOff x="336651" y="2335275"/>
            <a:chExt cx="6184698" cy="7014443"/>
          </a:xfrm>
        </p:grpSpPr>
        <p:sp>
          <p:nvSpPr>
            <p:cNvPr id="131" name="직사각형 130"/>
            <p:cNvSpPr/>
            <p:nvPr/>
          </p:nvSpPr>
          <p:spPr>
            <a:xfrm>
              <a:off x="336651" y="2587688"/>
              <a:ext cx="6184698" cy="6762030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32" name="직사각형 131"/>
            <p:cNvSpPr/>
            <p:nvPr/>
          </p:nvSpPr>
          <p:spPr>
            <a:xfrm>
              <a:off x="336651" y="2335275"/>
              <a:ext cx="6184698" cy="7014443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133" name="그룹 132"/>
          <p:cNvGrpSpPr/>
          <p:nvPr/>
        </p:nvGrpSpPr>
        <p:grpSpPr>
          <a:xfrm>
            <a:off x="335557" y="1966933"/>
            <a:ext cx="6189067" cy="200055"/>
            <a:chOff x="335557" y="2352632"/>
            <a:chExt cx="6189067" cy="200055"/>
          </a:xfrm>
        </p:grpSpPr>
        <p:sp>
          <p:nvSpPr>
            <p:cNvPr id="134" name="모서리가 둥근 직사각형 133"/>
            <p:cNvSpPr/>
            <p:nvPr/>
          </p:nvSpPr>
          <p:spPr>
            <a:xfrm>
              <a:off x="476671" y="2370667"/>
              <a:ext cx="6047953" cy="163984"/>
            </a:xfrm>
            <a:prstGeom prst="roundRect">
              <a:avLst>
                <a:gd name="adj" fmla="val 0"/>
              </a:avLst>
            </a:prstGeom>
            <a:pattFill prst="ltUp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6350" cap="sq">
              <a:noFill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0" bIns="0" rtlCol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100" b="1" spc="-30" dirty="0">
                <a:solidFill>
                  <a:srgbClr val="06418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charset="0"/>
              </a:endParaRPr>
            </a:p>
          </p:txBody>
        </p:sp>
        <p:sp>
          <p:nvSpPr>
            <p:cNvPr id="135" name="Rectangle 6"/>
            <p:cNvSpPr>
              <a:spLocks noChangeArrowheads="1"/>
            </p:cNvSpPr>
            <p:nvPr/>
          </p:nvSpPr>
          <p:spPr bwMode="gray">
            <a:xfrm>
              <a:off x="335557" y="2352632"/>
              <a:ext cx="2160331" cy="200055"/>
            </a:xfrm>
            <a:prstGeom prst="rect">
              <a:avLst/>
            </a:prstGeom>
            <a:solidFill>
              <a:schemeClr val="bg1"/>
            </a:solidFill>
            <a:extLst/>
          </p:spPr>
          <p:txBody>
            <a:bodyPr wrap="none" lIns="0" tIns="0" rIns="36000" bIns="0" rtlCol="0" anchor="ctr">
              <a:spAutoFit/>
            </a:bodyPr>
            <a:lstStyle/>
            <a:p>
              <a:pPr fontAlgn="base" latinLnBrk="0">
                <a:spcBef>
                  <a:spcPct val="0"/>
                </a:spcBef>
              </a:pPr>
              <a:r>
                <a:rPr kumimoji="1" lang="ko-KR" altLang="en-US" sz="1300" dirty="0">
                  <a:latin typeface="KoPub돋움체 Bold" panose="00000800000000000000" pitchFamily="2" charset="-127"/>
                  <a:ea typeface="KoPub돋움체 Bold" panose="00000800000000000000" pitchFamily="2" charset="-127"/>
                  <a:cs typeface="Sharp Sans No1 Bold" pitchFamily="50" charset="0"/>
                </a:rPr>
                <a:t>중간바 </a:t>
              </a:r>
              <a:r>
                <a:rPr kumimoji="1" lang="en-US" altLang="ko-KR" sz="1300" dirty="0">
                  <a:latin typeface="KoPub돋움체 Bold" panose="00000800000000000000" pitchFamily="2" charset="-127"/>
                  <a:ea typeface="KoPub돋움체 Bold" panose="00000800000000000000" pitchFamily="2" charset="-127"/>
                  <a:cs typeface="Sharp Sans No1 Bold" pitchFamily="50" charset="0"/>
                </a:rPr>
                <a:t>(</a:t>
              </a:r>
              <a:r>
                <a:rPr kumimoji="1" lang="en-US" altLang="ko-KR" sz="1300" dirty="0" err="1">
                  <a:latin typeface="KoPub돋움체 Bold" panose="00000800000000000000" pitchFamily="2" charset="-127"/>
                  <a:ea typeface="KoPub돋움체 Bold" panose="00000800000000000000" pitchFamily="2" charset="-127"/>
                  <a:cs typeface="Sharp Sans No1 Bold" pitchFamily="50" charset="0"/>
                </a:rPr>
                <a:t>KoPub</a:t>
              </a:r>
              <a:r>
                <a:rPr kumimoji="1" lang="ko-KR" altLang="en-US" sz="1300" dirty="0">
                  <a:latin typeface="KoPub돋움체 Bold" panose="00000800000000000000" pitchFamily="2" charset="-127"/>
                  <a:ea typeface="KoPub돋움체 Bold" panose="00000800000000000000" pitchFamily="2" charset="-127"/>
                  <a:cs typeface="Sharp Sans No1 Bold" pitchFamily="50" charset="0"/>
                </a:rPr>
                <a:t>돋움체 </a:t>
              </a:r>
              <a:r>
                <a:rPr kumimoji="1" lang="en-US" altLang="ko-KR" sz="1300" dirty="0">
                  <a:latin typeface="KoPub돋움체 Bold" panose="00000800000000000000" pitchFamily="2" charset="-127"/>
                  <a:ea typeface="KoPub돋움체 Bold" panose="00000800000000000000" pitchFamily="2" charset="-127"/>
                  <a:cs typeface="Sharp Sans No1 Bold" pitchFamily="50" charset="0"/>
                </a:rPr>
                <a:t>Bold 13)</a:t>
              </a:r>
            </a:p>
          </p:txBody>
        </p:sp>
      </p:grpSp>
      <p:grpSp>
        <p:nvGrpSpPr>
          <p:cNvPr id="136" name="그룹 135"/>
          <p:cNvGrpSpPr/>
          <p:nvPr/>
        </p:nvGrpSpPr>
        <p:grpSpPr>
          <a:xfrm>
            <a:off x="346076" y="2301050"/>
            <a:ext cx="2267275" cy="194349"/>
            <a:chOff x="339726" y="2214106"/>
            <a:chExt cx="2267275" cy="194349"/>
          </a:xfrm>
        </p:grpSpPr>
        <p:sp>
          <p:nvSpPr>
            <p:cNvPr id="137" name="Text Box 79"/>
            <p:cNvSpPr txBox="1">
              <a:spLocks noChangeArrowheads="1"/>
            </p:cNvSpPr>
            <p:nvPr/>
          </p:nvSpPr>
          <p:spPr bwMode="gray">
            <a:xfrm>
              <a:off x="507067" y="2214106"/>
              <a:ext cx="2099934" cy="194349"/>
            </a:xfrm>
            <a:prstGeom prst="rect">
              <a:avLst/>
            </a:prstGeom>
            <a:noFill/>
            <a:extLst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latinLnBrk="0">
                <a:lnSpc>
                  <a:spcPct val="110000"/>
                </a:lnSpc>
                <a:spcAft>
                  <a:spcPts val="0"/>
                </a:spcAft>
                <a:defRPr sz="2000" spc="-70">
                  <a:ln>
                    <a:solidFill>
                      <a:srgbClr val="8FD2F7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  <a:cs typeface="Sharp Sans No1 Bold" pitchFamily="50" charset="0"/>
                </a:defRPr>
              </a:lvl1pPr>
            </a:lstStyle>
            <a:p>
              <a:r>
                <a:rPr lang="ko-KR" altLang="en-US" sz="1200" spc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소제목바</a:t>
              </a:r>
              <a:r>
                <a:rPr lang="ko-KR" altLang="en-US" sz="120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 </a:t>
              </a:r>
              <a:r>
                <a:rPr lang="en-US" altLang="ko-KR" sz="120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(</a:t>
              </a:r>
              <a:r>
                <a:rPr lang="en-US" altLang="ko-KR" sz="1200" spc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KoPub</a:t>
              </a:r>
              <a:r>
                <a:rPr lang="ko-KR" altLang="en-US" sz="120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돋움체 </a:t>
              </a:r>
              <a:r>
                <a:rPr lang="en-US" altLang="ko-KR" sz="120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Bold 12)</a:t>
              </a:r>
            </a:p>
          </p:txBody>
        </p:sp>
        <p:sp>
          <p:nvSpPr>
            <p:cNvPr id="138" name="Oval 472"/>
            <p:cNvSpPr>
              <a:spLocks noChangeArrowheads="1"/>
            </p:cNvSpPr>
            <p:nvPr/>
          </p:nvSpPr>
          <p:spPr bwMode="gray">
            <a:xfrm>
              <a:off x="339726" y="2268841"/>
              <a:ext cx="95250" cy="93663"/>
            </a:xfrm>
            <a:prstGeom prst="ellipse">
              <a:avLst/>
            </a:prstGeom>
            <a:solidFill>
              <a:srgbClr val="FFFFFF"/>
            </a:solidFill>
            <a:ln w="31750">
              <a:solidFill>
                <a:srgbClr val="EB61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latinLnBrk="0"/>
              <a:endParaRPr kumimoji="1" lang="ko-KR" altLang="ko-KR" sz="1000" kern="0">
                <a:solidFill>
                  <a:srgbClr val="000000"/>
                </a:solidFill>
                <a:latin typeface="굴림" charset="-127"/>
                <a:ea typeface="굴림" charset="-127"/>
              </a:endParaRPr>
            </a:p>
          </p:txBody>
        </p:sp>
      </p:grpSp>
      <p:grpSp>
        <p:nvGrpSpPr>
          <p:cNvPr id="14" name="그룹 13"/>
          <p:cNvGrpSpPr/>
          <p:nvPr/>
        </p:nvGrpSpPr>
        <p:grpSpPr>
          <a:xfrm>
            <a:off x="5287962" y="1781636"/>
            <a:ext cx="1230644" cy="198000"/>
            <a:chOff x="5287962" y="1441732"/>
            <a:chExt cx="1230644" cy="198000"/>
          </a:xfrm>
        </p:grpSpPr>
        <p:sp>
          <p:nvSpPr>
            <p:cNvPr id="15" name="Rectangle 258"/>
            <p:cNvSpPr>
              <a:spLocks noChangeArrowheads="1"/>
            </p:cNvSpPr>
            <p:nvPr/>
          </p:nvSpPr>
          <p:spPr bwMode="gray">
            <a:xfrm>
              <a:off x="5287962" y="1441732"/>
              <a:ext cx="1230644" cy="198000"/>
            </a:xfrm>
            <a:prstGeom prst="round2SameRect">
              <a:avLst>
                <a:gd name="adj1" fmla="val 30467"/>
                <a:gd name="adj2" fmla="val 0"/>
              </a:avLst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  <p:sp>
          <p:nvSpPr>
            <p:cNvPr id="16" name="직사각형 15"/>
            <p:cNvSpPr/>
            <p:nvPr/>
          </p:nvSpPr>
          <p:spPr bwMode="gray">
            <a:xfrm>
              <a:off x="5360423" y="1471482"/>
              <a:ext cx="645690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요구사항번호</a:t>
              </a:r>
              <a:r>
                <a:rPr kumimoji="0" lang="en-US" altLang="ko-KR" sz="900" b="0" i="0" u="none" strike="noStrike" kern="1200" cap="none" spc="-30" normalizeH="0" baseline="0" noProof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: </a:t>
              </a:r>
              <a:endParaRPr kumimoji="0" lang="en-US" altLang="ko-KR" sz="900" b="0" i="0" u="none" strike="noStrike" kern="1200" cap="none" spc="-3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sp>
          <p:nvSpPr>
            <p:cNvPr id="17" name="직사각형 16"/>
            <p:cNvSpPr/>
            <p:nvPr/>
          </p:nvSpPr>
          <p:spPr bwMode="gray">
            <a:xfrm>
              <a:off x="6008448" y="1471482"/>
              <a:ext cx="422553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 dirty="0" smtClean="0">
                  <a:solidFill>
                    <a:prstClr val="black"/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PMR-02</a:t>
              </a:r>
              <a:endParaRPr kumimoji="0" lang="en-US" altLang="ko-KR" sz="900" b="0" i="0" u="none" strike="noStrike" kern="1200" cap="none" spc="-3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4273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0"/>
          <p:cNvSpPr txBox="1">
            <a:spLocks noChangeArrowheads="1"/>
          </p:cNvSpPr>
          <p:nvPr/>
        </p:nvSpPr>
        <p:spPr bwMode="gray">
          <a:xfrm>
            <a:off x="333376" y="782042"/>
            <a:ext cx="6184697" cy="314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latinLnBrk="0">
              <a:lnSpc>
                <a:spcPct val="140000"/>
              </a:lnSpc>
              <a:defRPr kumimoji="1" sz="1600" b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 eaLnBrk="0" hangingPunct="0">
              <a:defRPr kumimoji="1" b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9pPr>
          </a:lstStyle>
          <a:p>
            <a:r>
              <a:rPr lang="en-US" altLang="ko-KR" dirty="0">
                <a:ln>
                  <a:noFill/>
                </a:ln>
              </a:rPr>
              <a:t>1.1.1.1 </a:t>
            </a:r>
            <a:r>
              <a:rPr lang="ko-KR" altLang="en-US" dirty="0">
                <a:ln>
                  <a:noFill/>
                </a:ln>
              </a:rPr>
              <a:t>페이지제목 </a:t>
            </a:r>
            <a:r>
              <a:rPr lang="en-US" altLang="ko-KR" dirty="0">
                <a:ln>
                  <a:noFill/>
                </a:ln>
              </a:rPr>
              <a:t>D (</a:t>
            </a:r>
            <a:r>
              <a:rPr lang="en-US" altLang="ko-KR" dirty="0" err="1">
                <a:ln>
                  <a:noFill/>
                </a:ln>
              </a:rPr>
              <a:t>KoPub</a:t>
            </a:r>
            <a:r>
              <a:rPr lang="en-US" altLang="ko-KR" dirty="0">
                <a:ln>
                  <a:noFill/>
                </a:ln>
              </a:rPr>
              <a:t> </a:t>
            </a:r>
            <a:r>
              <a:rPr lang="ko-KR" altLang="en-US" dirty="0">
                <a:ln>
                  <a:noFill/>
                </a:ln>
              </a:rPr>
              <a:t>돋움체 </a:t>
            </a:r>
            <a:r>
              <a:rPr lang="en-US" altLang="ko-KR" dirty="0">
                <a:ln>
                  <a:noFill/>
                </a:ln>
              </a:rPr>
              <a:t>Bold 16pt)</a:t>
            </a:r>
          </a:p>
        </p:txBody>
      </p:sp>
      <p:sp>
        <p:nvSpPr>
          <p:cNvPr id="3" name="Text Box 8"/>
          <p:cNvSpPr txBox="1">
            <a:spLocks noChangeArrowheads="1"/>
          </p:cNvSpPr>
          <p:nvPr/>
        </p:nvSpPr>
        <p:spPr bwMode="gray">
          <a:xfrm>
            <a:off x="333376" y="1205604"/>
            <a:ext cx="6121400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just" latinLnBrk="0">
              <a:lnSpc>
                <a:spcPct val="110000"/>
              </a:lnSpc>
              <a:defRPr sz="1200" b="0" spc="-3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ko-KR" altLang="en-US" spc="0" dirty="0" err="1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리딩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줄 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글꼴에서 한글글꼴은 </a:t>
            </a:r>
            <a:r>
              <a:rPr lang="en-US" altLang="ko-KR" spc="0" dirty="0" err="1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KoPub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돋움체 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Medium 12pt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키워드는 </a:t>
            </a:r>
            <a:r>
              <a:rPr lang="en-US" altLang="ko-KR" spc="0" dirty="0" err="1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KoPub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돋움체 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Bold</a:t>
            </a:r>
            <a:b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</a:br>
            <a:r>
              <a:rPr lang="ko-KR" altLang="en-US" spc="0" dirty="0" err="1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리딩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줄 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글꼴에서 한글글꼴은 </a:t>
            </a:r>
            <a:r>
              <a:rPr lang="en-US" altLang="ko-KR" spc="0" dirty="0" err="1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KoPub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돋움체 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Medium 12pt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키워드는 </a:t>
            </a:r>
            <a:r>
              <a:rPr lang="en-US" altLang="ko-KR" spc="0" dirty="0" err="1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KoPub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돋움체 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Bold</a:t>
            </a:r>
            <a:b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</a:br>
            <a:r>
              <a:rPr lang="ko-KR" altLang="en-US" spc="0" dirty="0" err="1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리딩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줄 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글꼴에서 한글글꼴은 </a:t>
            </a:r>
            <a:r>
              <a:rPr lang="en-US" altLang="ko-KR" spc="0" dirty="0" err="1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KoPub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돋움체 </a:t>
            </a:r>
            <a:r>
              <a:rPr lang="en-US" altLang="ko-KR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Medium 12pt</a:t>
            </a:r>
            <a:r>
              <a:rPr lang="ko-KR" altLang="en-US" spc="0" dirty="0">
                <a:ln>
                  <a:noFill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키워드는 </a:t>
            </a:r>
            <a:r>
              <a:rPr lang="en-US" altLang="ko-KR" spc="0" dirty="0" err="1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KoPub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돋움체 </a:t>
            </a:r>
            <a:r>
              <a:rPr lang="en-US" altLang="ko-KR" spc="0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Bold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333376" y="568206"/>
            <a:ext cx="619125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r" defTabSz="914284" latinLnBrk="0">
              <a:defRPr kumimoji="0" sz="800" b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742950" indent="-285750" eaLnBrk="0" hangingPunct="0">
              <a:defRPr kumimoji="1" b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9pPr>
          </a:lstStyle>
          <a:p>
            <a:r>
              <a:rPr lang="en-US" altLang="ko-KR" dirty="0">
                <a:ln>
                  <a:noFill/>
                </a:ln>
              </a:rPr>
              <a:t>1. </a:t>
            </a:r>
            <a:r>
              <a:rPr lang="ko-KR" altLang="en-US" dirty="0">
                <a:ln>
                  <a:noFill/>
                </a:ln>
              </a:rPr>
              <a:t>페이지제목 </a:t>
            </a:r>
            <a:r>
              <a:rPr lang="en-US" altLang="ko-KR" dirty="0">
                <a:ln>
                  <a:noFill/>
                </a:ln>
              </a:rPr>
              <a:t>A &gt; 1.1</a:t>
            </a:r>
            <a:r>
              <a:rPr lang="ko-KR" altLang="en-US" dirty="0">
                <a:ln>
                  <a:noFill/>
                </a:ln>
              </a:rPr>
              <a:t> 페이지제목 </a:t>
            </a:r>
            <a:r>
              <a:rPr lang="en-US" altLang="ko-KR" dirty="0">
                <a:ln>
                  <a:noFill/>
                </a:ln>
              </a:rPr>
              <a:t>B &gt; 1.1.1 </a:t>
            </a:r>
            <a:r>
              <a:rPr lang="ko-KR" altLang="en-US" dirty="0">
                <a:ln>
                  <a:noFill/>
                </a:ln>
              </a:rPr>
              <a:t>페이지제목 </a:t>
            </a:r>
            <a:r>
              <a:rPr lang="en-US" altLang="ko-KR" dirty="0">
                <a:ln>
                  <a:noFill/>
                </a:ln>
              </a:rPr>
              <a:t>C</a:t>
            </a:r>
          </a:p>
        </p:txBody>
      </p:sp>
      <p:grpSp>
        <p:nvGrpSpPr>
          <p:cNvPr id="174" name="그룹 173"/>
          <p:cNvGrpSpPr/>
          <p:nvPr/>
        </p:nvGrpSpPr>
        <p:grpSpPr>
          <a:xfrm>
            <a:off x="336651" y="2538301"/>
            <a:ext cx="6184698" cy="6807312"/>
            <a:chOff x="336651" y="2538301"/>
            <a:chExt cx="6184698" cy="6807312"/>
          </a:xfrm>
        </p:grpSpPr>
        <p:sp>
          <p:nvSpPr>
            <p:cNvPr id="155" name="직사각형 154"/>
            <p:cNvSpPr/>
            <p:nvPr/>
          </p:nvSpPr>
          <p:spPr>
            <a:xfrm>
              <a:off x="336651" y="2790715"/>
              <a:ext cx="6184698" cy="6554898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56" name="직사각형 155"/>
            <p:cNvSpPr/>
            <p:nvPr/>
          </p:nvSpPr>
          <p:spPr>
            <a:xfrm>
              <a:off x="336651" y="2538301"/>
              <a:ext cx="6184698" cy="6807312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157" name="그룹 156"/>
          <p:cNvGrpSpPr/>
          <p:nvPr/>
        </p:nvGrpSpPr>
        <p:grpSpPr>
          <a:xfrm>
            <a:off x="335557" y="2169959"/>
            <a:ext cx="6189067" cy="200055"/>
            <a:chOff x="335557" y="2352632"/>
            <a:chExt cx="6189067" cy="200055"/>
          </a:xfrm>
        </p:grpSpPr>
        <p:sp>
          <p:nvSpPr>
            <p:cNvPr id="158" name="모서리가 둥근 직사각형 157"/>
            <p:cNvSpPr/>
            <p:nvPr/>
          </p:nvSpPr>
          <p:spPr>
            <a:xfrm>
              <a:off x="476671" y="2370667"/>
              <a:ext cx="6047953" cy="163984"/>
            </a:xfrm>
            <a:prstGeom prst="roundRect">
              <a:avLst>
                <a:gd name="adj" fmla="val 0"/>
              </a:avLst>
            </a:prstGeom>
            <a:pattFill prst="ltUp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6350" cap="sq">
              <a:noFill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0" bIns="0" rtlCol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100" b="1" spc="-30" dirty="0">
                <a:solidFill>
                  <a:srgbClr val="06418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charset="0"/>
              </a:endParaRPr>
            </a:p>
          </p:txBody>
        </p:sp>
        <p:sp>
          <p:nvSpPr>
            <p:cNvPr id="159" name="Rectangle 6"/>
            <p:cNvSpPr>
              <a:spLocks noChangeArrowheads="1"/>
            </p:cNvSpPr>
            <p:nvPr/>
          </p:nvSpPr>
          <p:spPr bwMode="gray">
            <a:xfrm>
              <a:off x="335557" y="2352632"/>
              <a:ext cx="2160331" cy="200055"/>
            </a:xfrm>
            <a:prstGeom prst="rect">
              <a:avLst/>
            </a:prstGeom>
            <a:solidFill>
              <a:schemeClr val="bg1"/>
            </a:solidFill>
            <a:extLst/>
          </p:spPr>
          <p:txBody>
            <a:bodyPr wrap="none" lIns="0" tIns="0" rIns="36000" bIns="0" rtlCol="0" anchor="ctr">
              <a:spAutoFit/>
            </a:bodyPr>
            <a:lstStyle/>
            <a:p>
              <a:pPr fontAlgn="base" latinLnBrk="0">
                <a:spcBef>
                  <a:spcPct val="0"/>
                </a:spcBef>
              </a:pPr>
              <a:r>
                <a:rPr kumimoji="1" lang="ko-KR" altLang="en-US" sz="1300" dirty="0">
                  <a:latin typeface="KoPub돋움체 Bold" panose="00000800000000000000" pitchFamily="2" charset="-127"/>
                  <a:ea typeface="KoPub돋움체 Bold" panose="00000800000000000000" pitchFamily="2" charset="-127"/>
                  <a:cs typeface="Sharp Sans No1 Bold" pitchFamily="50" charset="0"/>
                </a:rPr>
                <a:t>중간바 </a:t>
              </a:r>
              <a:r>
                <a:rPr kumimoji="1" lang="en-US" altLang="ko-KR" sz="1300" dirty="0">
                  <a:latin typeface="KoPub돋움체 Bold" panose="00000800000000000000" pitchFamily="2" charset="-127"/>
                  <a:ea typeface="KoPub돋움체 Bold" panose="00000800000000000000" pitchFamily="2" charset="-127"/>
                  <a:cs typeface="Sharp Sans No1 Bold" pitchFamily="50" charset="0"/>
                </a:rPr>
                <a:t>(</a:t>
              </a:r>
              <a:r>
                <a:rPr kumimoji="1" lang="en-US" altLang="ko-KR" sz="1300" dirty="0" err="1">
                  <a:latin typeface="KoPub돋움체 Bold" panose="00000800000000000000" pitchFamily="2" charset="-127"/>
                  <a:ea typeface="KoPub돋움체 Bold" panose="00000800000000000000" pitchFamily="2" charset="-127"/>
                  <a:cs typeface="Sharp Sans No1 Bold" pitchFamily="50" charset="0"/>
                </a:rPr>
                <a:t>KoPub</a:t>
              </a:r>
              <a:r>
                <a:rPr kumimoji="1" lang="ko-KR" altLang="en-US" sz="1300" dirty="0">
                  <a:latin typeface="KoPub돋움체 Bold" panose="00000800000000000000" pitchFamily="2" charset="-127"/>
                  <a:ea typeface="KoPub돋움체 Bold" panose="00000800000000000000" pitchFamily="2" charset="-127"/>
                  <a:cs typeface="Sharp Sans No1 Bold" pitchFamily="50" charset="0"/>
                </a:rPr>
                <a:t>돋움체 </a:t>
              </a:r>
              <a:r>
                <a:rPr kumimoji="1" lang="en-US" altLang="ko-KR" sz="1300" dirty="0">
                  <a:latin typeface="KoPub돋움체 Bold" panose="00000800000000000000" pitchFamily="2" charset="-127"/>
                  <a:ea typeface="KoPub돋움체 Bold" panose="00000800000000000000" pitchFamily="2" charset="-127"/>
                  <a:cs typeface="Sharp Sans No1 Bold" pitchFamily="50" charset="0"/>
                </a:rPr>
                <a:t>Bold 13)</a:t>
              </a:r>
            </a:p>
          </p:txBody>
        </p:sp>
      </p:grpSp>
      <p:grpSp>
        <p:nvGrpSpPr>
          <p:cNvPr id="160" name="그룹 159"/>
          <p:cNvGrpSpPr/>
          <p:nvPr/>
        </p:nvGrpSpPr>
        <p:grpSpPr>
          <a:xfrm>
            <a:off x="346076" y="2504076"/>
            <a:ext cx="2267275" cy="194349"/>
            <a:chOff x="339726" y="2214106"/>
            <a:chExt cx="2267275" cy="194349"/>
          </a:xfrm>
        </p:grpSpPr>
        <p:sp>
          <p:nvSpPr>
            <p:cNvPr id="161" name="Text Box 79"/>
            <p:cNvSpPr txBox="1">
              <a:spLocks noChangeArrowheads="1"/>
            </p:cNvSpPr>
            <p:nvPr/>
          </p:nvSpPr>
          <p:spPr bwMode="gray">
            <a:xfrm>
              <a:off x="507067" y="2214106"/>
              <a:ext cx="2099934" cy="194349"/>
            </a:xfrm>
            <a:prstGeom prst="rect">
              <a:avLst/>
            </a:prstGeom>
            <a:noFill/>
            <a:extLst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latinLnBrk="0">
                <a:lnSpc>
                  <a:spcPct val="110000"/>
                </a:lnSpc>
                <a:spcAft>
                  <a:spcPts val="0"/>
                </a:spcAft>
                <a:defRPr sz="2000" spc="-70">
                  <a:ln>
                    <a:solidFill>
                      <a:srgbClr val="8FD2F7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  <a:cs typeface="Sharp Sans No1 Bold" pitchFamily="50" charset="0"/>
                </a:defRPr>
              </a:lvl1pPr>
            </a:lstStyle>
            <a:p>
              <a:r>
                <a:rPr lang="ko-KR" altLang="en-US" sz="1200" spc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소제목바</a:t>
              </a:r>
              <a:r>
                <a:rPr lang="ko-KR" altLang="en-US" sz="120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 </a:t>
              </a:r>
              <a:r>
                <a:rPr lang="en-US" altLang="ko-KR" sz="120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(</a:t>
              </a:r>
              <a:r>
                <a:rPr lang="en-US" altLang="ko-KR" sz="1200" spc="0" dirty="0" err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KoPub</a:t>
              </a:r>
              <a:r>
                <a:rPr lang="ko-KR" altLang="en-US" sz="120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돋움체 </a:t>
              </a:r>
              <a:r>
                <a:rPr lang="en-US" altLang="ko-KR" sz="1200" spc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cs typeface="Segoe UI" panose="020B0502040204020203" pitchFamily="34" charset="0"/>
                </a:rPr>
                <a:t>Bold 12)</a:t>
              </a:r>
            </a:p>
          </p:txBody>
        </p:sp>
        <p:sp>
          <p:nvSpPr>
            <p:cNvPr id="162" name="Oval 472"/>
            <p:cNvSpPr>
              <a:spLocks noChangeArrowheads="1"/>
            </p:cNvSpPr>
            <p:nvPr/>
          </p:nvSpPr>
          <p:spPr bwMode="gray">
            <a:xfrm>
              <a:off x="339726" y="2268841"/>
              <a:ext cx="95250" cy="93663"/>
            </a:xfrm>
            <a:prstGeom prst="ellipse">
              <a:avLst/>
            </a:prstGeom>
            <a:solidFill>
              <a:srgbClr val="FFFFFF"/>
            </a:solidFill>
            <a:ln w="31750">
              <a:solidFill>
                <a:srgbClr val="EB61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latinLnBrk="0"/>
              <a:endParaRPr kumimoji="1" lang="ko-KR" altLang="ko-KR" sz="1000" kern="0">
                <a:solidFill>
                  <a:srgbClr val="000000"/>
                </a:solidFill>
                <a:latin typeface="굴림" charset="-127"/>
                <a:ea typeface="굴림" charset="-127"/>
              </a:endParaRPr>
            </a:p>
          </p:txBody>
        </p:sp>
      </p:grpSp>
      <p:grpSp>
        <p:nvGrpSpPr>
          <p:cNvPr id="14" name="그룹 13"/>
          <p:cNvGrpSpPr/>
          <p:nvPr/>
        </p:nvGrpSpPr>
        <p:grpSpPr>
          <a:xfrm>
            <a:off x="5287962" y="1984742"/>
            <a:ext cx="1230644" cy="198000"/>
            <a:chOff x="5287962" y="1441732"/>
            <a:chExt cx="1230644" cy="198000"/>
          </a:xfrm>
        </p:grpSpPr>
        <p:sp>
          <p:nvSpPr>
            <p:cNvPr id="15" name="Rectangle 258"/>
            <p:cNvSpPr>
              <a:spLocks noChangeArrowheads="1"/>
            </p:cNvSpPr>
            <p:nvPr/>
          </p:nvSpPr>
          <p:spPr bwMode="gray">
            <a:xfrm>
              <a:off x="5287962" y="1441732"/>
              <a:ext cx="1230644" cy="198000"/>
            </a:xfrm>
            <a:prstGeom prst="round2SameRect">
              <a:avLst>
                <a:gd name="adj1" fmla="val 30467"/>
                <a:gd name="adj2" fmla="val 0"/>
              </a:avLst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  <p:sp>
          <p:nvSpPr>
            <p:cNvPr id="16" name="직사각형 15"/>
            <p:cNvSpPr/>
            <p:nvPr/>
          </p:nvSpPr>
          <p:spPr bwMode="gray">
            <a:xfrm>
              <a:off x="5360423" y="1471482"/>
              <a:ext cx="645690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요구사항번호</a:t>
              </a:r>
              <a:r>
                <a:rPr kumimoji="0" lang="en-US" altLang="ko-KR" sz="900" b="0" i="0" u="none" strike="noStrike" kern="1200" cap="none" spc="-30" normalizeH="0" baseline="0" noProof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: </a:t>
              </a:r>
              <a:endParaRPr kumimoji="0" lang="en-US" altLang="ko-KR" sz="900" b="0" i="0" u="none" strike="noStrike" kern="1200" cap="none" spc="-3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sp>
          <p:nvSpPr>
            <p:cNvPr id="17" name="직사각형 16"/>
            <p:cNvSpPr/>
            <p:nvPr/>
          </p:nvSpPr>
          <p:spPr bwMode="gray">
            <a:xfrm>
              <a:off x="6008448" y="1471482"/>
              <a:ext cx="422553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 dirty="0" smtClean="0">
                  <a:solidFill>
                    <a:prstClr val="black"/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PMR-02</a:t>
              </a:r>
              <a:endParaRPr kumimoji="0" lang="en-US" altLang="ko-KR" sz="900" b="0" i="0" u="none" strike="noStrike" kern="1200" cap="none" spc="-3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7179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Box 8"/>
          <p:cNvSpPr txBox="1">
            <a:spLocks noChangeArrowheads="1"/>
          </p:cNvSpPr>
          <p:nvPr/>
        </p:nvSpPr>
        <p:spPr bwMode="gray">
          <a:xfrm>
            <a:off x="333376" y="1205604"/>
            <a:ext cx="6121400" cy="194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just" latinLnBrk="0">
              <a:lnSpc>
                <a:spcPct val="110000"/>
              </a:lnSpc>
              <a:defRPr sz="1200" b="0" spc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pPr algn="l"/>
            <a:r>
              <a:rPr lang="ko-KR" altLang="en-US" dirty="0" err="1">
                <a:ln>
                  <a:noFill/>
                </a:ln>
              </a:rPr>
              <a:t>리딩</a:t>
            </a:r>
            <a:r>
              <a:rPr lang="ko-KR" altLang="en-US" dirty="0">
                <a:ln>
                  <a:noFill/>
                </a:ln>
              </a:rPr>
              <a:t> </a:t>
            </a:r>
            <a:r>
              <a:rPr lang="en-US" altLang="ko-KR" dirty="0">
                <a:ln>
                  <a:noFill/>
                </a:ln>
              </a:rPr>
              <a:t>1</a:t>
            </a:r>
            <a:r>
              <a:rPr lang="ko-KR" altLang="en-US" dirty="0">
                <a:ln>
                  <a:noFill/>
                </a:ln>
              </a:rPr>
              <a:t>줄 </a:t>
            </a:r>
            <a:r>
              <a:rPr lang="en-US" altLang="ko-KR" dirty="0">
                <a:ln>
                  <a:noFill/>
                </a:ln>
              </a:rPr>
              <a:t>) </a:t>
            </a:r>
            <a:r>
              <a:rPr lang="ko-KR" altLang="en-US" dirty="0">
                <a:ln>
                  <a:noFill/>
                </a:ln>
              </a:rPr>
              <a:t>글꼴에서 한글글꼴은 </a:t>
            </a:r>
            <a:r>
              <a:rPr lang="en-US" altLang="ko-KR" dirty="0" err="1">
                <a:ln>
                  <a:noFill/>
                </a:ln>
              </a:rPr>
              <a:t>KoPub</a:t>
            </a:r>
            <a:r>
              <a:rPr lang="en-US" altLang="ko-KR" dirty="0">
                <a:ln>
                  <a:noFill/>
                </a:ln>
              </a:rPr>
              <a:t> </a:t>
            </a:r>
            <a:r>
              <a:rPr lang="ko-KR" altLang="en-US" dirty="0">
                <a:ln>
                  <a:noFill/>
                </a:ln>
              </a:rPr>
              <a:t>돋움체 </a:t>
            </a:r>
            <a:r>
              <a:rPr lang="en-US" altLang="ko-KR" dirty="0">
                <a:ln>
                  <a:noFill/>
                </a:ln>
              </a:rPr>
              <a:t>Medium 12pt</a:t>
            </a:r>
            <a:r>
              <a:rPr lang="ko-KR" altLang="en-US" dirty="0">
                <a:ln>
                  <a:noFill/>
                </a:ln>
              </a:rPr>
              <a:t> </a:t>
            </a:r>
            <a:r>
              <a:rPr lang="ko-KR" altLang="en-US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키워드는 </a:t>
            </a:r>
            <a:r>
              <a:rPr lang="en-US" altLang="ko-KR" dirty="0" err="1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KoPub</a:t>
            </a:r>
            <a:r>
              <a:rPr lang="en-US" altLang="ko-KR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돋움체 </a:t>
            </a:r>
            <a:r>
              <a:rPr lang="en-US" altLang="ko-KR" dirty="0">
                <a:ln>
                  <a:noFill/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Bold</a:t>
            </a:r>
          </a:p>
        </p:txBody>
      </p:sp>
      <p:sp>
        <p:nvSpPr>
          <p:cNvPr id="72" name="Text Box 5"/>
          <p:cNvSpPr txBox="1">
            <a:spLocks noChangeArrowheads="1"/>
          </p:cNvSpPr>
          <p:nvPr/>
        </p:nvSpPr>
        <p:spPr bwMode="auto">
          <a:xfrm>
            <a:off x="333376" y="568206"/>
            <a:ext cx="619125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r" defTabSz="914284" latinLnBrk="0">
              <a:defRPr kumimoji="0" sz="800" b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4D4D4D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 marL="742950" indent="-285750" eaLnBrk="0" hangingPunct="0">
              <a:defRPr kumimoji="1" b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9pPr>
          </a:lstStyle>
          <a:p>
            <a:r>
              <a:rPr lang="en-US" altLang="ko-KR" dirty="0">
                <a:ln>
                  <a:noFill/>
                </a:ln>
              </a:rPr>
              <a:t>2</a:t>
            </a:r>
            <a:r>
              <a:rPr lang="en-US" altLang="ko-KR" dirty="0" smtClean="0">
                <a:ln>
                  <a:noFill/>
                </a:ln>
              </a:rPr>
              <a:t>. </a:t>
            </a:r>
            <a:r>
              <a:rPr lang="ko-KR" altLang="en-US" dirty="0" smtClean="0">
                <a:ln>
                  <a:noFill/>
                </a:ln>
              </a:rPr>
              <a:t>기능 요구사항</a:t>
            </a:r>
            <a:r>
              <a:rPr lang="en-US" altLang="ko-KR" dirty="0" smtClean="0">
                <a:ln>
                  <a:noFill/>
                </a:ln>
              </a:rPr>
              <a:t> </a:t>
            </a:r>
            <a:r>
              <a:rPr lang="en-US" altLang="ko-KR" dirty="0">
                <a:ln>
                  <a:noFill/>
                </a:ln>
              </a:rPr>
              <a:t>&gt; </a:t>
            </a:r>
            <a:r>
              <a:rPr lang="en-US" altLang="ko-KR" dirty="0" smtClean="0">
                <a:ln>
                  <a:noFill/>
                </a:ln>
              </a:rPr>
              <a:t>2.4</a:t>
            </a:r>
            <a:r>
              <a:rPr lang="ko-KR" altLang="en-US" dirty="0" smtClean="0">
                <a:ln>
                  <a:noFill/>
                </a:ln>
              </a:rPr>
              <a:t> </a:t>
            </a:r>
            <a:r>
              <a:rPr lang="ko-KR" altLang="en-US" dirty="0" err="1">
                <a:ln>
                  <a:noFill/>
                </a:ln>
              </a:rPr>
              <a:t>페이지제목</a:t>
            </a:r>
            <a:r>
              <a:rPr lang="ko-KR" altLang="en-US" dirty="0">
                <a:ln>
                  <a:noFill/>
                </a:ln>
              </a:rPr>
              <a:t> </a:t>
            </a:r>
            <a:r>
              <a:rPr lang="en-US" altLang="ko-KR" dirty="0" smtClean="0">
                <a:ln>
                  <a:noFill/>
                </a:ln>
              </a:rPr>
              <a:t>B</a:t>
            </a:r>
            <a:endParaRPr lang="en-US" altLang="ko-KR" dirty="0">
              <a:ln>
                <a:noFill/>
              </a:ln>
            </a:endParaRPr>
          </a:p>
        </p:txBody>
      </p:sp>
      <p:sp>
        <p:nvSpPr>
          <p:cNvPr id="73" name="Text Box 10"/>
          <p:cNvSpPr txBox="1">
            <a:spLocks noChangeArrowheads="1"/>
          </p:cNvSpPr>
          <p:nvPr/>
        </p:nvSpPr>
        <p:spPr bwMode="gray">
          <a:xfrm>
            <a:off x="333376" y="782042"/>
            <a:ext cx="6184697" cy="314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latinLnBrk="0">
              <a:lnSpc>
                <a:spcPct val="140000"/>
              </a:lnSpc>
              <a:defRPr kumimoji="1" sz="1600" b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 eaLnBrk="0" hangingPunct="0">
              <a:defRPr kumimoji="1" b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b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b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b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latin typeface="굴림" charset="-127"/>
                <a:ea typeface="굴림" charset="-127"/>
              </a:defRPr>
            </a:lvl9pPr>
          </a:lstStyle>
          <a:p>
            <a:r>
              <a:rPr lang="en-US" altLang="ko-KR" dirty="0">
                <a:ln>
                  <a:noFill/>
                </a:ln>
              </a:rPr>
              <a:t>1.1.1.1 </a:t>
            </a:r>
            <a:r>
              <a:rPr lang="ko-KR" altLang="en-US" dirty="0">
                <a:ln>
                  <a:noFill/>
                </a:ln>
              </a:rPr>
              <a:t>페이지제목 </a:t>
            </a:r>
            <a:r>
              <a:rPr lang="en-US" altLang="ko-KR" dirty="0">
                <a:ln>
                  <a:noFill/>
                </a:ln>
              </a:rPr>
              <a:t>D (</a:t>
            </a:r>
            <a:r>
              <a:rPr lang="en-US" altLang="ko-KR" dirty="0" err="1">
                <a:ln>
                  <a:noFill/>
                </a:ln>
              </a:rPr>
              <a:t>KoPub</a:t>
            </a:r>
            <a:r>
              <a:rPr lang="en-US" altLang="ko-KR" dirty="0">
                <a:ln>
                  <a:noFill/>
                </a:ln>
              </a:rPr>
              <a:t> </a:t>
            </a:r>
            <a:r>
              <a:rPr lang="ko-KR" altLang="en-US" dirty="0">
                <a:ln>
                  <a:noFill/>
                </a:ln>
              </a:rPr>
              <a:t>돋움체 </a:t>
            </a:r>
            <a:r>
              <a:rPr lang="en-US" altLang="ko-KR" dirty="0">
                <a:ln>
                  <a:noFill/>
                </a:ln>
              </a:rPr>
              <a:t>Bold 16pt)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335557" y="1762596"/>
            <a:ext cx="6189067" cy="7583016"/>
            <a:chOff x="335557" y="1762596"/>
            <a:chExt cx="6189067" cy="7583016"/>
          </a:xfrm>
        </p:grpSpPr>
        <p:grpSp>
          <p:nvGrpSpPr>
            <p:cNvPr id="268" name="그룹 267"/>
            <p:cNvGrpSpPr/>
            <p:nvPr/>
          </p:nvGrpSpPr>
          <p:grpSpPr>
            <a:xfrm>
              <a:off x="336651" y="2130937"/>
              <a:ext cx="6184698" cy="7214675"/>
              <a:chOff x="336651" y="2130937"/>
              <a:chExt cx="6184698" cy="7214675"/>
            </a:xfrm>
          </p:grpSpPr>
          <p:sp>
            <p:nvSpPr>
              <p:cNvPr id="247" name="직사각형 246"/>
              <p:cNvSpPr/>
              <p:nvPr/>
            </p:nvSpPr>
            <p:spPr>
              <a:xfrm>
                <a:off x="336651" y="2383351"/>
                <a:ext cx="6184698" cy="6962261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248" name="직사각형 247"/>
              <p:cNvSpPr/>
              <p:nvPr/>
            </p:nvSpPr>
            <p:spPr>
              <a:xfrm>
                <a:off x="336651" y="2130937"/>
                <a:ext cx="6184698" cy="7214675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249" name="그룹 248"/>
            <p:cNvGrpSpPr/>
            <p:nvPr/>
          </p:nvGrpSpPr>
          <p:grpSpPr>
            <a:xfrm>
              <a:off x="335557" y="1762596"/>
              <a:ext cx="6189067" cy="200055"/>
              <a:chOff x="335557" y="2352632"/>
              <a:chExt cx="6189067" cy="200055"/>
            </a:xfrm>
          </p:grpSpPr>
          <p:sp>
            <p:nvSpPr>
              <p:cNvPr id="250" name="모서리가 둥근 직사각형 249"/>
              <p:cNvSpPr/>
              <p:nvPr/>
            </p:nvSpPr>
            <p:spPr>
              <a:xfrm>
                <a:off x="476671" y="2370667"/>
                <a:ext cx="6047953" cy="163984"/>
              </a:xfrm>
              <a:prstGeom prst="roundRect">
                <a:avLst>
                  <a:gd name="adj" fmla="val 0"/>
                </a:avLst>
              </a:prstGeom>
              <a:pattFill prst="ltUp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6350" cap="sq">
                <a:noFill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0" bIns="0" rtlCol="0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100" b="1" spc="-30" dirty="0">
                  <a:solidFill>
                    <a:srgbClr val="06418A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Arial" charset="0"/>
                </a:endParaRPr>
              </a:p>
            </p:txBody>
          </p:sp>
          <p:sp>
            <p:nvSpPr>
              <p:cNvPr id="251" name="Rectangle 6"/>
              <p:cNvSpPr>
                <a:spLocks noChangeArrowheads="1"/>
              </p:cNvSpPr>
              <p:nvPr/>
            </p:nvSpPr>
            <p:spPr bwMode="gray">
              <a:xfrm>
                <a:off x="335557" y="2352632"/>
                <a:ext cx="2160331" cy="200055"/>
              </a:xfrm>
              <a:prstGeom prst="rect">
                <a:avLst/>
              </a:prstGeom>
              <a:solidFill>
                <a:schemeClr val="bg1"/>
              </a:solidFill>
              <a:extLst/>
            </p:spPr>
            <p:txBody>
              <a:bodyPr wrap="none" lIns="0" tIns="0" rIns="36000" bIns="0" rtlCol="0" anchor="ctr">
                <a:spAutoFit/>
              </a:bodyPr>
              <a:lstStyle/>
              <a:p>
                <a:pPr fontAlgn="base" latinLnBrk="0">
                  <a:spcBef>
                    <a:spcPct val="0"/>
                  </a:spcBef>
                </a:pPr>
                <a:r>
                  <a:rPr kumimoji="1" lang="ko-KR" altLang="en-US" sz="1300" dirty="0"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Sharp Sans No1 Bold" pitchFamily="50" charset="0"/>
                  </a:rPr>
                  <a:t>중간바 </a:t>
                </a:r>
                <a:r>
                  <a:rPr kumimoji="1" lang="en-US" altLang="ko-KR" sz="1300" dirty="0"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Sharp Sans No1 Bold" pitchFamily="50" charset="0"/>
                  </a:rPr>
                  <a:t>(</a:t>
                </a:r>
                <a:r>
                  <a:rPr kumimoji="1" lang="en-US" altLang="ko-KR" sz="1300" dirty="0" err="1"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Sharp Sans No1 Bold" pitchFamily="50" charset="0"/>
                  </a:rPr>
                  <a:t>KoPub</a:t>
                </a:r>
                <a:r>
                  <a:rPr kumimoji="1" lang="ko-KR" altLang="en-US" sz="1300" dirty="0"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Sharp Sans No1 Bold" pitchFamily="50" charset="0"/>
                  </a:rPr>
                  <a:t>돋움체 </a:t>
                </a:r>
                <a:r>
                  <a:rPr kumimoji="1" lang="en-US" altLang="ko-KR" sz="1300" dirty="0"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Sharp Sans No1 Bold" pitchFamily="50" charset="0"/>
                  </a:rPr>
                  <a:t>Bold 13)</a:t>
                </a:r>
              </a:p>
            </p:txBody>
          </p:sp>
        </p:grpSp>
        <p:grpSp>
          <p:nvGrpSpPr>
            <p:cNvPr id="252" name="그룹 251"/>
            <p:cNvGrpSpPr/>
            <p:nvPr/>
          </p:nvGrpSpPr>
          <p:grpSpPr>
            <a:xfrm>
              <a:off x="346076" y="2096713"/>
              <a:ext cx="2267275" cy="194349"/>
              <a:chOff x="339726" y="2214106"/>
              <a:chExt cx="2267275" cy="194349"/>
            </a:xfrm>
          </p:grpSpPr>
          <p:sp>
            <p:nvSpPr>
              <p:cNvPr id="253" name="Text Box 79"/>
              <p:cNvSpPr txBox="1">
                <a:spLocks noChangeArrowheads="1"/>
              </p:cNvSpPr>
              <p:nvPr/>
            </p:nvSpPr>
            <p:spPr bwMode="gray">
              <a:xfrm>
                <a:off x="507067" y="2214106"/>
                <a:ext cx="2099934" cy="194349"/>
              </a:xfrm>
              <a:prstGeom prst="rect">
                <a:avLst/>
              </a:prstGeom>
              <a:noFill/>
              <a:extLst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latinLnBrk="0">
                  <a:lnSpc>
                    <a:spcPct val="110000"/>
                  </a:lnSpc>
                  <a:spcAft>
                    <a:spcPts val="0"/>
                  </a:spcAft>
                  <a:defRPr sz="2000" spc="-70">
                    <a:ln>
                      <a:solidFill>
                        <a:srgbClr val="8FD2F7">
                          <a:alpha val="0"/>
                        </a:srgb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Sharp Sans No1 Bold" pitchFamily="50" charset="0"/>
                  </a:defRPr>
                </a:lvl1pPr>
              </a:lstStyle>
              <a:p>
                <a:r>
                  <a:rPr lang="ko-KR" altLang="en-US" sz="1200" spc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cs typeface="Segoe UI" panose="020B0502040204020203" pitchFamily="34" charset="0"/>
                  </a:rPr>
                  <a:t>소제목바</a:t>
                </a:r>
                <a:r>
                  <a:rPr lang="ko-KR" altLang="en-US" sz="1200" spc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cs typeface="Segoe UI" panose="020B0502040204020203" pitchFamily="34" charset="0"/>
                  </a:rPr>
                  <a:t> </a:t>
                </a:r>
                <a:r>
                  <a:rPr lang="en-US" altLang="ko-KR" sz="1200" spc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cs typeface="Segoe UI" panose="020B0502040204020203" pitchFamily="34" charset="0"/>
                  </a:rPr>
                  <a:t>(</a:t>
                </a:r>
                <a:r>
                  <a:rPr lang="en-US" altLang="ko-KR" sz="1200" spc="0" dirty="0" err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cs typeface="Segoe UI" panose="020B0502040204020203" pitchFamily="34" charset="0"/>
                  </a:rPr>
                  <a:t>KoPub</a:t>
                </a:r>
                <a:r>
                  <a:rPr lang="ko-KR" altLang="en-US" sz="1200" spc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cs typeface="Segoe UI" panose="020B0502040204020203" pitchFamily="34" charset="0"/>
                  </a:rPr>
                  <a:t>돋움체 </a:t>
                </a:r>
                <a:r>
                  <a:rPr lang="en-US" altLang="ko-KR" sz="1200" spc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cs typeface="Segoe UI" panose="020B0502040204020203" pitchFamily="34" charset="0"/>
                  </a:rPr>
                  <a:t>Bold 12)</a:t>
                </a:r>
              </a:p>
            </p:txBody>
          </p:sp>
          <p:sp>
            <p:nvSpPr>
              <p:cNvPr id="254" name="Oval 472"/>
              <p:cNvSpPr>
                <a:spLocks noChangeArrowheads="1"/>
              </p:cNvSpPr>
              <p:nvPr/>
            </p:nvSpPr>
            <p:spPr bwMode="gray">
              <a:xfrm>
                <a:off x="339726" y="2268841"/>
                <a:ext cx="95250" cy="93663"/>
              </a:xfrm>
              <a:prstGeom prst="ellipse">
                <a:avLst/>
              </a:prstGeom>
              <a:solidFill>
                <a:srgbClr val="FFFFFF"/>
              </a:solidFill>
              <a:ln w="31750">
                <a:solidFill>
                  <a:srgbClr val="EB61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0"/>
                <a:endParaRPr kumimoji="1" lang="ko-KR" altLang="ko-KR" sz="1000" kern="0">
                  <a:solidFill>
                    <a:srgbClr val="000000"/>
                  </a:solidFill>
                  <a:latin typeface="굴림" charset="-127"/>
                  <a:ea typeface="굴림" charset="-127"/>
                </a:endParaRPr>
              </a:p>
            </p:txBody>
          </p:sp>
        </p:grpSp>
      </p:grpSp>
      <p:grpSp>
        <p:nvGrpSpPr>
          <p:cNvPr id="19" name="그룹 18"/>
          <p:cNvGrpSpPr/>
          <p:nvPr/>
        </p:nvGrpSpPr>
        <p:grpSpPr>
          <a:xfrm>
            <a:off x="5287962" y="1579010"/>
            <a:ext cx="1230644" cy="198000"/>
            <a:chOff x="5287962" y="1441732"/>
            <a:chExt cx="1230644" cy="198000"/>
          </a:xfrm>
        </p:grpSpPr>
        <p:sp>
          <p:nvSpPr>
            <p:cNvPr id="20" name="Rectangle 258"/>
            <p:cNvSpPr>
              <a:spLocks noChangeArrowheads="1"/>
            </p:cNvSpPr>
            <p:nvPr/>
          </p:nvSpPr>
          <p:spPr bwMode="gray">
            <a:xfrm>
              <a:off x="5287962" y="1441732"/>
              <a:ext cx="1230644" cy="198000"/>
            </a:xfrm>
            <a:prstGeom prst="round2SameRect">
              <a:avLst>
                <a:gd name="adj1" fmla="val 30467"/>
                <a:gd name="adj2" fmla="val 0"/>
              </a:avLst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  <p:sp>
          <p:nvSpPr>
            <p:cNvPr id="21" name="직사각형 20"/>
            <p:cNvSpPr/>
            <p:nvPr/>
          </p:nvSpPr>
          <p:spPr bwMode="gray">
            <a:xfrm>
              <a:off x="5360423" y="1471482"/>
              <a:ext cx="645690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요구사항번호</a:t>
              </a:r>
              <a:r>
                <a:rPr kumimoji="0" lang="en-US" altLang="ko-KR" sz="900" b="0" i="0" u="none" strike="noStrike" kern="1200" cap="none" spc="-30" normalizeH="0" baseline="0" noProof="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rPr>
                <a:t>: </a:t>
              </a:r>
              <a:endParaRPr kumimoji="0" lang="en-US" altLang="ko-KR" sz="900" b="0" i="0" u="none" strike="noStrike" kern="1200" cap="none" spc="-3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sp>
          <p:nvSpPr>
            <p:cNvPr id="22" name="직사각형 21"/>
            <p:cNvSpPr/>
            <p:nvPr/>
          </p:nvSpPr>
          <p:spPr bwMode="gray">
            <a:xfrm>
              <a:off x="6008448" y="1471482"/>
              <a:ext cx="422553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-30" normalizeH="0" baseline="0" noProof="0" dirty="0" smtClean="0">
                  <a:solidFill>
                    <a:prstClr val="black"/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PMR-02</a:t>
              </a:r>
              <a:endParaRPr kumimoji="0" lang="en-US" altLang="ko-KR" sz="900" b="0" i="0" u="none" strike="noStrike" kern="1200" cap="none" spc="-3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8634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[전북] 제안서 A4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IA_제안서">
  <a:themeElements>
    <a:clrScheme name="회색조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KP돋움">
      <a:majorFont>
        <a:latin typeface="KoPub돋움체 Bold"/>
        <a:ea typeface="KoPub돋움체 Bold"/>
        <a:cs typeface=""/>
      </a:majorFont>
      <a:minorFont>
        <a:latin typeface="KoPub돋움체 Medium"/>
        <a:ea typeface="KoPub돋움체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008BDF"/>
        </a:solidFill>
        <a:ln>
          <a:noFill/>
        </a:ln>
        <a:ex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100" dirty="0"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>
          <a:solidFill>
            <a:srgbClr val="00A0E9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16229</TotalTime>
  <Words>1354</Words>
  <Application>Microsoft Office PowerPoint</Application>
  <PresentationFormat>A4 용지(210x297mm)</PresentationFormat>
  <Paragraphs>382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23</vt:i4>
      </vt:variant>
    </vt:vector>
  </HeadingPairs>
  <TitlesOfParts>
    <vt:vector size="38" baseType="lpstr">
      <vt:lpstr>KoPub돋움체 Bold</vt:lpstr>
      <vt:lpstr>KoPub돋움체 Light</vt:lpstr>
      <vt:lpstr>KoPub돋움체 Medium</vt:lpstr>
      <vt:lpstr>Sharp Sans No1 Bold</vt:lpstr>
      <vt:lpstr>굴림</vt:lpstr>
      <vt:lpstr>나눔고딕</vt:lpstr>
      <vt:lpstr>나눔고딕 ExtraBold</vt:lpstr>
      <vt:lpstr>맑은 고딕</vt:lpstr>
      <vt:lpstr>Arial</vt:lpstr>
      <vt:lpstr>Segoe UI</vt:lpstr>
      <vt:lpstr>Symbol</vt:lpstr>
      <vt:lpstr>Times New Roman</vt:lpstr>
      <vt:lpstr>Wingdings 2</vt:lpstr>
      <vt:lpstr>[전북] 제안서 A4</vt:lpstr>
      <vt:lpstr>NIA_제안서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PMS</dc:creator>
  <cp:lastModifiedBy>Yoon Jihoon</cp:lastModifiedBy>
  <cp:revision>895</cp:revision>
  <cp:lastPrinted>2018-12-03T03:57:42Z</cp:lastPrinted>
  <dcterms:created xsi:type="dcterms:W3CDTF">2017-10-12T02:04:35Z</dcterms:created>
  <dcterms:modified xsi:type="dcterms:W3CDTF">2025-03-11T05:10:07Z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FLCMData">
    <vt:lpwstr>F5E99A964F38BCEAA133E8E0F86B0F5403D48E4C44D3131F8DFD0CE8FB7313E4D632698F547958320998097296CB57599780E2A002359782FBE36E47C0AA4E53</vt:lpwstr>
  </property>
  <property fmtid="{5C58129F-E5B8-477A-9B38-B3E54BFA04C8}" pid="2">
    <vt:lpwstr>5A54E7EBD3244599A6D58415F73C281076A6826A586EF9EE5BFEBB7E03DDF200</vt:lpwstr>
  </property>
</Properties>
</file>